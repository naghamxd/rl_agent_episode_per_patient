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2"/>
  </p:notesMasterIdLst>
  <p:sldIdLst>
    <p:sldId id="256" r:id="rId3"/>
    <p:sldId id="257" r:id="rId4"/>
    <p:sldId id="272" r:id="rId5"/>
    <p:sldId id="259" r:id="rId6"/>
    <p:sldId id="260" r:id="rId7"/>
    <p:sldId id="261" r:id="rId8"/>
    <p:sldId id="266" r:id="rId9"/>
    <p:sldId id="262" r:id="rId10"/>
    <p:sldId id="263" r:id="rId11"/>
    <p:sldId id="275" r:id="rId12"/>
    <p:sldId id="264" r:id="rId13"/>
    <p:sldId id="265" r:id="rId14"/>
    <p:sldId id="267" r:id="rId15"/>
    <p:sldId id="268" r:id="rId16"/>
    <p:sldId id="269" r:id="rId17"/>
    <p:sldId id="270" r:id="rId18"/>
    <p:sldId id="271" r:id="rId19"/>
    <p:sldId id="274" r:id="rId20"/>
    <p:sldId id="277" r:id="rId21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565DF9-26F0-4E1A-9561-CFB776321C0E}" v="60" dt="2026-06-25T17:01:50.8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4213" autoAdjust="0"/>
  </p:normalViewPr>
  <p:slideViewPr>
    <p:cSldViewPr snapToGrid="0">
      <p:cViewPr varScale="1">
        <p:scale>
          <a:sx n="82" d="100"/>
          <a:sy n="82" d="100"/>
        </p:scale>
        <p:origin x="171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 David, Ofir" userId="b76e4e70-005d-40e3-8916-cc0c0e108fc2" providerId="ADAL" clId="{A2CC637E-8A9A-43D4-B903-8648B4231DFF}"/>
    <pc:docChg chg="undo custSel addSld delSld modSld sldOrd">
      <pc:chgData name="Ben David, Ofir" userId="b76e4e70-005d-40e3-8916-cc0c0e108fc2" providerId="ADAL" clId="{A2CC637E-8A9A-43D4-B903-8648B4231DFF}" dt="2026-06-25T17:27:01.358" v="3926" actId="47"/>
      <pc:docMkLst>
        <pc:docMk/>
      </pc:docMkLst>
      <pc:sldChg chg="modSp mod">
        <pc:chgData name="Ben David, Ofir" userId="b76e4e70-005d-40e3-8916-cc0c0e108fc2" providerId="ADAL" clId="{A2CC637E-8A9A-43D4-B903-8648B4231DFF}" dt="2026-06-25T12:39:56.762" v="3137" actId="14100"/>
        <pc:sldMkLst>
          <pc:docMk/>
          <pc:sldMk cId="3679997649" sldId="256"/>
        </pc:sldMkLst>
        <pc:spChg chg="mod">
          <ac:chgData name="Ben David, Ofir" userId="b76e4e70-005d-40e3-8916-cc0c0e108fc2" providerId="ADAL" clId="{A2CC637E-8A9A-43D4-B903-8648B4231DFF}" dt="2026-06-25T12:39:10.048" v="3090" actId="403"/>
          <ac:spMkLst>
            <pc:docMk/>
            <pc:sldMk cId="3679997649" sldId="256"/>
            <ac:spMk id="2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39:10.048" v="3090" actId="403"/>
          <ac:spMkLst>
            <pc:docMk/>
            <pc:sldMk cId="3679997649" sldId="256"/>
            <ac:spMk id="3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39:10.048" v="3090" actId="403"/>
          <ac:spMkLst>
            <pc:docMk/>
            <pc:sldMk cId="3679997649" sldId="256"/>
            <ac:spMk id="4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39:10.048" v="3090" actId="403"/>
          <ac:spMkLst>
            <pc:docMk/>
            <pc:sldMk cId="3679997649" sldId="256"/>
            <ac:spMk id="5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39:10.048" v="3090" actId="403"/>
          <ac:spMkLst>
            <pc:docMk/>
            <pc:sldMk cId="3679997649" sldId="256"/>
            <ac:spMk id="6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39:10.048" v="3090" actId="403"/>
          <ac:spMkLst>
            <pc:docMk/>
            <pc:sldMk cId="3679997649" sldId="256"/>
            <ac:spMk id="7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39:10.048" v="3090" actId="403"/>
          <ac:spMkLst>
            <pc:docMk/>
            <pc:sldMk cId="3679997649" sldId="256"/>
            <ac:spMk id="8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39:56.762" v="3137" actId="14100"/>
          <ac:spMkLst>
            <pc:docMk/>
            <pc:sldMk cId="3679997649" sldId="256"/>
            <ac:spMk id="9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39:45.279" v="3136" actId="20577"/>
          <ac:spMkLst>
            <pc:docMk/>
            <pc:sldMk cId="3679997649" sldId="256"/>
            <ac:spMk id="10" creationId="{00000000-0000-0000-0000-000000000000}"/>
          </ac:spMkLst>
        </pc:spChg>
      </pc:sldChg>
      <pc:sldChg chg="addSp delSp modSp mod modNotesTx">
        <pc:chgData name="Ben David, Ofir" userId="b76e4e70-005d-40e3-8916-cc0c0e108fc2" providerId="ADAL" clId="{A2CC637E-8A9A-43D4-B903-8648B4231DFF}" dt="2026-06-25T14:15:23.361" v="3677" actId="20577"/>
        <pc:sldMkLst>
          <pc:docMk/>
          <pc:sldMk cId="2835800510" sldId="257"/>
        </pc:sldMkLst>
        <pc:spChg chg="mod">
          <ac:chgData name="Ben David, Ofir" userId="b76e4e70-005d-40e3-8916-cc0c0e108fc2" providerId="ADAL" clId="{A2CC637E-8A9A-43D4-B903-8648B4231DFF}" dt="2026-06-25T12:38:57.277" v="3086" actId="403"/>
          <ac:spMkLst>
            <pc:docMk/>
            <pc:sldMk cId="2835800510" sldId="257"/>
            <ac:spMk id="4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38:57.277" v="3086" actId="403"/>
          <ac:spMkLst>
            <pc:docMk/>
            <pc:sldMk cId="2835800510" sldId="257"/>
            <ac:spMk id="7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38:57.277" v="3086" actId="403"/>
          <ac:spMkLst>
            <pc:docMk/>
            <pc:sldMk cId="2835800510" sldId="257"/>
            <ac:spMk id="8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38:57.277" v="3086" actId="403"/>
          <ac:spMkLst>
            <pc:docMk/>
            <pc:sldMk cId="2835800510" sldId="257"/>
            <ac:spMk id="9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38:57.277" v="3086" actId="403"/>
          <ac:spMkLst>
            <pc:docMk/>
            <pc:sldMk cId="2835800510" sldId="257"/>
            <ac:spMk id="17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38:57.277" v="3086" actId="403"/>
          <ac:spMkLst>
            <pc:docMk/>
            <pc:sldMk cId="2835800510" sldId="257"/>
            <ac:spMk id="20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38:57.277" v="3086" actId="403"/>
          <ac:spMkLst>
            <pc:docMk/>
            <pc:sldMk cId="2835800510" sldId="257"/>
            <ac:spMk id="24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38:57.277" v="3086" actId="403"/>
          <ac:spMkLst>
            <pc:docMk/>
            <pc:sldMk cId="2835800510" sldId="257"/>
            <ac:spMk id="30" creationId="{00000000-0000-0000-0000-000000000000}"/>
          </ac:spMkLst>
        </pc:spChg>
        <pc:spChg chg="add del mod">
          <ac:chgData name="Ben David, Ofir" userId="b76e4e70-005d-40e3-8916-cc0c0e108fc2" providerId="ADAL" clId="{A2CC637E-8A9A-43D4-B903-8648B4231DFF}" dt="2026-06-25T11:14:56.384" v="1715"/>
          <ac:spMkLst>
            <pc:docMk/>
            <pc:sldMk cId="2835800510" sldId="257"/>
            <ac:spMk id="31" creationId="{5181615C-53AF-D897-C7D1-B9B949BD37C4}"/>
          </ac:spMkLst>
        </pc:spChg>
        <pc:spChg chg="add del mod">
          <ac:chgData name="Ben David, Ofir" userId="b76e4e70-005d-40e3-8916-cc0c0e108fc2" providerId="ADAL" clId="{A2CC637E-8A9A-43D4-B903-8648B4231DFF}" dt="2026-06-25T08:20:24.184" v="101" actId="478"/>
          <ac:spMkLst>
            <pc:docMk/>
            <pc:sldMk cId="2835800510" sldId="257"/>
            <ac:spMk id="32" creationId="{7CAE1996-A476-6995-E952-0167F33C8996}"/>
          </ac:spMkLst>
        </pc:spChg>
        <pc:spChg chg="add mod">
          <ac:chgData name="Ben David, Ofir" userId="b76e4e70-005d-40e3-8916-cc0c0e108fc2" providerId="ADAL" clId="{A2CC637E-8A9A-43D4-B903-8648B4231DFF}" dt="2026-06-25T12:38:57.277" v="3086" actId="403"/>
          <ac:spMkLst>
            <pc:docMk/>
            <pc:sldMk cId="2835800510" sldId="257"/>
            <ac:spMk id="33" creationId="{4BE5DC78-0A58-2312-233B-8D88778F4979}"/>
          </ac:spMkLst>
        </pc:spChg>
        <pc:spChg chg="add mod">
          <ac:chgData name="Ben David, Ofir" userId="b76e4e70-005d-40e3-8916-cc0c0e108fc2" providerId="ADAL" clId="{A2CC637E-8A9A-43D4-B903-8648B4231DFF}" dt="2026-06-25T12:38:57.277" v="3086" actId="403"/>
          <ac:spMkLst>
            <pc:docMk/>
            <pc:sldMk cId="2835800510" sldId="257"/>
            <ac:spMk id="34" creationId="{78B269E8-3F7D-680A-8AE5-3AAA80232EEC}"/>
          </ac:spMkLst>
        </pc:spChg>
        <pc:spChg chg="add del mod">
          <ac:chgData name="Ben David, Ofir" userId="b76e4e70-005d-40e3-8916-cc0c0e108fc2" providerId="ADAL" clId="{A2CC637E-8A9A-43D4-B903-8648B4231DFF}" dt="2026-06-25T14:15:17.294" v="3676" actId="478"/>
          <ac:spMkLst>
            <pc:docMk/>
            <pc:sldMk cId="2835800510" sldId="257"/>
            <ac:spMk id="35" creationId="{8D10F050-52BF-6DE8-F07A-111A60C9F92A}"/>
          </ac:spMkLst>
        </pc:spChg>
      </pc:sldChg>
      <pc:sldChg chg="modSp del mod modNotesTx">
        <pc:chgData name="Ben David, Ofir" userId="b76e4e70-005d-40e3-8916-cc0c0e108fc2" providerId="ADAL" clId="{A2CC637E-8A9A-43D4-B903-8648B4231DFF}" dt="2026-06-25T10:18:36.607" v="1392" actId="47"/>
        <pc:sldMkLst>
          <pc:docMk/>
          <pc:sldMk cId="1763929983" sldId="258"/>
        </pc:sldMkLst>
        <pc:spChg chg="mod">
          <ac:chgData name="Ben David, Ofir" userId="b76e4e70-005d-40e3-8916-cc0c0e108fc2" providerId="ADAL" clId="{A2CC637E-8A9A-43D4-B903-8648B4231DFF}" dt="2026-06-25T08:44:44.722" v="531" actId="20577"/>
          <ac:spMkLst>
            <pc:docMk/>
            <pc:sldMk cId="1763929983" sldId="258"/>
            <ac:spMk id="12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0:08:20.573" v="1150" actId="20577"/>
          <ac:spMkLst>
            <pc:docMk/>
            <pc:sldMk cId="1763929983" sldId="258"/>
            <ac:spMk id="29" creationId="{00000000-0000-0000-0000-000000000000}"/>
          </ac:spMkLst>
        </pc:spChg>
      </pc:sldChg>
      <pc:sldChg chg="addSp delSp modSp mod modNotesTx">
        <pc:chgData name="Ben David, Ofir" userId="b76e4e70-005d-40e3-8916-cc0c0e108fc2" providerId="ADAL" clId="{A2CC637E-8A9A-43D4-B903-8648B4231DFF}" dt="2026-06-25T16:38:39.706" v="3899" actId="478"/>
        <pc:sldMkLst>
          <pc:docMk/>
          <pc:sldMk cId="1228922907" sldId="259"/>
        </pc:sldMkLst>
        <pc:spChg chg="mod">
          <ac:chgData name="Ben David, Ofir" userId="b76e4e70-005d-40e3-8916-cc0c0e108fc2" providerId="ADAL" clId="{A2CC637E-8A9A-43D4-B903-8648B4231DFF}" dt="2026-06-25T12:40:13.919" v="3141" actId="403"/>
          <ac:spMkLst>
            <pc:docMk/>
            <pc:sldMk cId="1228922907" sldId="259"/>
            <ac:spMk id="4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6:38:30.786" v="3897" actId="14100"/>
          <ac:spMkLst>
            <pc:docMk/>
            <pc:sldMk cId="1228922907" sldId="259"/>
            <ac:spMk id="5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6:38:27.299" v="3896" actId="14100"/>
          <ac:spMkLst>
            <pc:docMk/>
            <pc:sldMk cId="1228922907" sldId="259"/>
            <ac:spMk id="6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6:37:56.064" v="3886" actId="20577"/>
          <ac:spMkLst>
            <pc:docMk/>
            <pc:sldMk cId="1228922907" sldId="259"/>
            <ac:spMk id="8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13.919" v="3141" actId="403"/>
          <ac:spMkLst>
            <pc:docMk/>
            <pc:sldMk cId="1228922907" sldId="259"/>
            <ac:spMk id="9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6:38:14.480" v="3891" actId="20577"/>
          <ac:spMkLst>
            <pc:docMk/>
            <pc:sldMk cId="1228922907" sldId="259"/>
            <ac:spMk id="11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13.919" v="3141" actId="403"/>
          <ac:spMkLst>
            <pc:docMk/>
            <pc:sldMk cId="1228922907" sldId="259"/>
            <ac:spMk id="12" creationId="{00000000-0000-0000-0000-000000000000}"/>
          </ac:spMkLst>
        </pc:spChg>
        <pc:spChg chg="del mod">
          <ac:chgData name="Ben David, Ofir" userId="b76e4e70-005d-40e3-8916-cc0c0e108fc2" providerId="ADAL" clId="{A2CC637E-8A9A-43D4-B903-8648B4231DFF}" dt="2026-06-25T16:38:39.706" v="3899" actId="478"/>
          <ac:spMkLst>
            <pc:docMk/>
            <pc:sldMk cId="1228922907" sldId="259"/>
            <ac:spMk id="15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13.919" v="3141" actId="403"/>
          <ac:spMkLst>
            <pc:docMk/>
            <pc:sldMk cId="1228922907" sldId="259"/>
            <ac:spMk id="16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13.919" v="3141" actId="403"/>
          <ac:spMkLst>
            <pc:docMk/>
            <pc:sldMk cId="1228922907" sldId="259"/>
            <ac:spMk id="17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6:38:34.706" v="3898" actId="14100"/>
          <ac:spMkLst>
            <pc:docMk/>
            <pc:sldMk cId="1228922907" sldId="259"/>
            <ac:spMk id="20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6:38:17.821" v="3892" actId="20577"/>
          <ac:spMkLst>
            <pc:docMk/>
            <pc:sldMk cId="1228922907" sldId="259"/>
            <ac:spMk id="21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13.919" v="3141" actId="403"/>
          <ac:spMkLst>
            <pc:docMk/>
            <pc:sldMk cId="1228922907" sldId="259"/>
            <ac:spMk id="23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0:03:26.409" v="1138" actId="20577"/>
          <ac:spMkLst>
            <pc:docMk/>
            <pc:sldMk cId="1228922907" sldId="259"/>
            <ac:spMk id="27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0:03:29.185" v="1140" actId="20577"/>
          <ac:spMkLst>
            <pc:docMk/>
            <pc:sldMk cId="1228922907" sldId="259"/>
            <ac:spMk id="32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0:03:33.262" v="1142" actId="20577"/>
          <ac:spMkLst>
            <pc:docMk/>
            <pc:sldMk cId="1228922907" sldId="259"/>
            <ac:spMk id="37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13.919" v="3141" actId="403"/>
          <ac:spMkLst>
            <pc:docMk/>
            <pc:sldMk cId="1228922907" sldId="259"/>
            <ac:spMk id="38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13.919" v="3141" actId="403"/>
          <ac:spMkLst>
            <pc:docMk/>
            <pc:sldMk cId="1228922907" sldId="259"/>
            <ac:spMk id="40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0:02:56.277" v="1126" actId="20577"/>
          <ac:spMkLst>
            <pc:docMk/>
            <pc:sldMk cId="1228922907" sldId="259"/>
            <ac:spMk id="42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13.919" v="3141" actId="403"/>
          <ac:spMkLst>
            <pc:docMk/>
            <pc:sldMk cId="1228922907" sldId="259"/>
            <ac:spMk id="46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0:03:21.787" v="1136" actId="20577"/>
          <ac:spMkLst>
            <pc:docMk/>
            <pc:sldMk cId="1228922907" sldId="259"/>
            <ac:spMk id="47" creationId="{00000000-0000-0000-0000-000000000000}"/>
          </ac:spMkLst>
        </pc:spChg>
        <pc:spChg chg="add del mod">
          <ac:chgData name="Ben David, Ofir" userId="b76e4e70-005d-40e3-8916-cc0c0e108fc2" providerId="ADAL" clId="{A2CC637E-8A9A-43D4-B903-8648B4231DFF}" dt="2026-06-25T10:22:35.778" v="1453" actId="478"/>
          <ac:spMkLst>
            <pc:docMk/>
            <pc:sldMk cId="1228922907" sldId="259"/>
            <ac:spMk id="49" creationId="{A788FE48-5D02-B232-8FB3-929CEE1338C8}"/>
          </ac:spMkLst>
        </pc:spChg>
      </pc:sldChg>
      <pc:sldChg chg="delSp modSp mod modNotesTx">
        <pc:chgData name="Ben David, Ofir" userId="b76e4e70-005d-40e3-8916-cc0c0e108fc2" providerId="ADAL" clId="{A2CC637E-8A9A-43D4-B903-8648B4231DFF}" dt="2026-06-25T12:40:08.900" v="3139" actId="403"/>
        <pc:sldMkLst>
          <pc:docMk/>
          <pc:sldMk cId="2017023119" sldId="260"/>
        </pc:sldMkLst>
        <pc:spChg chg="mod">
          <ac:chgData name="Ben David, Ofir" userId="b76e4e70-005d-40e3-8916-cc0c0e108fc2" providerId="ADAL" clId="{A2CC637E-8A9A-43D4-B903-8648B4231DFF}" dt="2026-06-25T12:40:08.900" v="3139" actId="403"/>
          <ac:spMkLst>
            <pc:docMk/>
            <pc:sldMk cId="2017023119" sldId="260"/>
            <ac:spMk id="3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08.900" v="3139" actId="403"/>
          <ac:spMkLst>
            <pc:docMk/>
            <pc:sldMk cId="2017023119" sldId="260"/>
            <ac:spMk id="4" creationId="{00000000-0000-0000-0000-000000000000}"/>
          </ac:spMkLst>
        </pc:spChg>
        <pc:spChg chg="del">
          <ac:chgData name="Ben David, Ofir" userId="b76e4e70-005d-40e3-8916-cc0c0e108fc2" providerId="ADAL" clId="{A2CC637E-8A9A-43D4-B903-8648B4231DFF}" dt="2026-06-25T11:15:59.807" v="1722" actId="478"/>
          <ac:spMkLst>
            <pc:docMk/>
            <pc:sldMk cId="2017023119" sldId="260"/>
            <ac:spMk id="8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08.900" v="3139" actId="403"/>
          <ac:spMkLst>
            <pc:docMk/>
            <pc:sldMk cId="2017023119" sldId="260"/>
            <ac:spMk id="9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08.900" v="3139" actId="403"/>
          <ac:spMkLst>
            <pc:docMk/>
            <pc:sldMk cId="2017023119" sldId="260"/>
            <ac:spMk id="11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08.900" v="3139" actId="403"/>
          <ac:spMkLst>
            <pc:docMk/>
            <pc:sldMk cId="2017023119" sldId="260"/>
            <ac:spMk id="12" creationId="{00000000-0000-0000-0000-000000000000}"/>
          </ac:spMkLst>
        </pc:spChg>
        <pc:spChg chg="del">
          <ac:chgData name="Ben David, Ofir" userId="b76e4e70-005d-40e3-8916-cc0c0e108fc2" providerId="ADAL" clId="{A2CC637E-8A9A-43D4-B903-8648B4231DFF}" dt="2026-06-25T11:16:01.217" v="1723" actId="478"/>
          <ac:spMkLst>
            <pc:docMk/>
            <pc:sldMk cId="2017023119" sldId="260"/>
            <ac:spMk id="13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08.900" v="3139" actId="403"/>
          <ac:spMkLst>
            <pc:docMk/>
            <pc:sldMk cId="2017023119" sldId="260"/>
            <ac:spMk id="14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08.900" v="3139" actId="403"/>
          <ac:spMkLst>
            <pc:docMk/>
            <pc:sldMk cId="2017023119" sldId="260"/>
            <ac:spMk id="15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08.900" v="3139" actId="403"/>
          <ac:spMkLst>
            <pc:docMk/>
            <pc:sldMk cId="2017023119" sldId="260"/>
            <ac:spMk id="16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08.900" v="3139" actId="403"/>
          <ac:spMkLst>
            <pc:docMk/>
            <pc:sldMk cId="2017023119" sldId="260"/>
            <ac:spMk id="17" creationId="{00000000-0000-0000-0000-000000000000}"/>
          </ac:spMkLst>
        </pc:spChg>
        <pc:spChg chg="del">
          <ac:chgData name="Ben David, Ofir" userId="b76e4e70-005d-40e3-8916-cc0c0e108fc2" providerId="ADAL" clId="{A2CC637E-8A9A-43D4-B903-8648B4231DFF}" dt="2026-06-25T11:16:07.695" v="1724" actId="478"/>
          <ac:spMkLst>
            <pc:docMk/>
            <pc:sldMk cId="2017023119" sldId="260"/>
            <ac:spMk id="18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1:22:24.446" v="1764" actId="14100"/>
          <ac:spMkLst>
            <pc:docMk/>
            <pc:sldMk cId="2017023119" sldId="260"/>
            <ac:spMk id="19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08.900" v="3139" actId="403"/>
          <ac:spMkLst>
            <pc:docMk/>
            <pc:sldMk cId="2017023119" sldId="260"/>
            <ac:spMk id="21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1:27:15.379" v="2105" actId="20577"/>
          <ac:spMkLst>
            <pc:docMk/>
            <pc:sldMk cId="2017023119" sldId="260"/>
            <ac:spMk id="22" creationId="{00000000-0000-0000-0000-000000000000}"/>
          </ac:spMkLst>
        </pc:spChg>
      </pc:sldChg>
      <pc:sldChg chg="modSp mod modNotesTx">
        <pc:chgData name="Ben David, Ofir" userId="b76e4e70-005d-40e3-8916-cc0c0e108fc2" providerId="ADAL" clId="{A2CC637E-8A9A-43D4-B903-8648B4231DFF}" dt="2026-06-25T16:38:55.283" v="3900" actId="20577"/>
        <pc:sldMkLst>
          <pc:docMk/>
          <pc:sldMk cId="1556396809" sldId="261"/>
        </pc:sldMkLst>
        <pc:spChg chg="mod">
          <ac:chgData name="Ben David, Ofir" userId="b76e4e70-005d-40e3-8916-cc0c0e108fc2" providerId="ADAL" clId="{A2CC637E-8A9A-43D4-B903-8648B4231DFF}" dt="2026-06-25T12:38:50.132" v="3084" actId="403"/>
          <ac:spMkLst>
            <pc:docMk/>
            <pc:sldMk cId="1556396809" sldId="261"/>
            <ac:spMk id="2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6:38:55.283" v="3900" actId="20577"/>
          <ac:spMkLst>
            <pc:docMk/>
            <pc:sldMk cId="1556396809" sldId="261"/>
            <ac:spMk id="3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0:31:09.120" v="1711" actId="20577"/>
          <ac:spMkLst>
            <pc:docMk/>
            <pc:sldMk cId="1556396809" sldId="261"/>
            <ac:spMk id="5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38:50.132" v="3084" actId="403"/>
          <ac:spMkLst>
            <pc:docMk/>
            <pc:sldMk cId="1556396809" sldId="261"/>
            <ac:spMk id="8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38:50.132" v="3084" actId="403"/>
          <ac:spMkLst>
            <pc:docMk/>
            <pc:sldMk cId="1556396809" sldId="261"/>
            <ac:spMk id="9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38:45.958" v="3082" actId="20577"/>
          <ac:spMkLst>
            <pc:docMk/>
            <pc:sldMk cId="1556396809" sldId="261"/>
            <ac:spMk id="11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38:50.132" v="3084" actId="403"/>
          <ac:spMkLst>
            <pc:docMk/>
            <pc:sldMk cId="1556396809" sldId="261"/>
            <ac:spMk id="14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38:35.855" v="3077" actId="20577"/>
          <ac:spMkLst>
            <pc:docMk/>
            <pc:sldMk cId="1556396809" sldId="261"/>
            <ac:spMk id="16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38:30.464" v="3073" actId="20577"/>
          <ac:spMkLst>
            <pc:docMk/>
            <pc:sldMk cId="1556396809" sldId="261"/>
            <ac:spMk id="21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38:50.132" v="3084" actId="403"/>
          <ac:spMkLst>
            <pc:docMk/>
            <pc:sldMk cId="1556396809" sldId="261"/>
            <ac:spMk id="24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38:26.789" v="3071" actId="20577"/>
          <ac:spMkLst>
            <pc:docMk/>
            <pc:sldMk cId="1556396809" sldId="261"/>
            <ac:spMk id="26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38:50.132" v="3084" actId="403"/>
          <ac:spMkLst>
            <pc:docMk/>
            <pc:sldMk cId="1556396809" sldId="261"/>
            <ac:spMk id="28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38:23.669" v="3069" actId="20577"/>
          <ac:spMkLst>
            <pc:docMk/>
            <pc:sldMk cId="1556396809" sldId="261"/>
            <ac:spMk id="31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38:50.132" v="3084" actId="403"/>
          <ac:spMkLst>
            <pc:docMk/>
            <pc:sldMk cId="1556396809" sldId="261"/>
            <ac:spMk id="32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38:50.132" v="3084" actId="403"/>
          <ac:spMkLst>
            <pc:docMk/>
            <pc:sldMk cId="1556396809" sldId="261"/>
            <ac:spMk id="37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38:50.132" v="3084" actId="403"/>
          <ac:spMkLst>
            <pc:docMk/>
            <pc:sldMk cId="1556396809" sldId="261"/>
            <ac:spMk id="40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0:30:18.838" v="1707" actId="20577"/>
          <ac:spMkLst>
            <pc:docMk/>
            <pc:sldMk cId="1556396809" sldId="261"/>
            <ac:spMk id="41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38:50.132" v="3084" actId="403"/>
          <ac:spMkLst>
            <pc:docMk/>
            <pc:sldMk cId="1556396809" sldId="261"/>
            <ac:spMk id="43" creationId="{00000000-0000-0000-0000-000000000000}"/>
          </ac:spMkLst>
        </pc:spChg>
      </pc:sldChg>
      <pc:sldChg chg="delSp modSp mod modNotesTx">
        <pc:chgData name="Ben David, Ofir" userId="b76e4e70-005d-40e3-8916-cc0c0e108fc2" providerId="ADAL" clId="{A2CC637E-8A9A-43D4-B903-8648B4231DFF}" dt="2026-06-25T16:37:07.432" v="3870" actId="20577"/>
        <pc:sldMkLst>
          <pc:docMk/>
          <pc:sldMk cId="872110512" sldId="262"/>
        </pc:sldMkLst>
        <pc:spChg chg="mod">
          <ac:chgData name="Ben David, Ofir" userId="b76e4e70-005d-40e3-8916-cc0c0e108fc2" providerId="ADAL" clId="{A2CC637E-8A9A-43D4-B903-8648B4231DFF}" dt="2026-06-25T12:40:35.440" v="3147" actId="403"/>
          <ac:spMkLst>
            <pc:docMk/>
            <pc:sldMk cId="872110512" sldId="262"/>
            <ac:spMk id="2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3:31:42.471" v="3426" actId="20577"/>
          <ac:spMkLst>
            <pc:docMk/>
            <pc:sldMk cId="872110512" sldId="262"/>
            <ac:spMk id="3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6:37:07.432" v="3870" actId="20577"/>
          <ac:spMkLst>
            <pc:docMk/>
            <pc:sldMk cId="872110512" sldId="262"/>
            <ac:spMk id="4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3:33:41.923" v="3441" actId="1076"/>
          <ac:spMkLst>
            <pc:docMk/>
            <pc:sldMk cId="872110512" sldId="262"/>
            <ac:spMk id="5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3:33:41.923" v="3441" actId="1076"/>
          <ac:spMkLst>
            <pc:docMk/>
            <pc:sldMk cId="872110512" sldId="262"/>
            <ac:spMk id="6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3:33:41.923" v="3441" actId="1076"/>
          <ac:spMkLst>
            <pc:docMk/>
            <pc:sldMk cId="872110512" sldId="262"/>
            <ac:spMk id="7" creationId="{00000000-0000-0000-0000-000000000000}"/>
          </ac:spMkLst>
        </pc:spChg>
        <pc:spChg chg="del">
          <ac:chgData name="Ben David, Ofir" userId="b76e4e70-005d-40e3-8916-cc0c0e108fc2" providerId="ADAL" clId="{A2CC637E-8A9A-43D4-B903-8648B4231DFF}" dt="2026-06-25T13:33:34.400" v="3440" actId="478"/>
          <ac:spMkLst>
            <pc:docMk/>
            <pc:sldMk cId="872110512" sldId="262"/>
            <ac:spMk id="8" creationId="{00000000-0000-0000-0000-000000000000}"/>
          </ac:spMkLst>
        </pc:spChg>
        <pc:spChg chg="del mod">
          <ac:chgData name="Ben David, Ofir" userId="b76e4e70-005d-40e3-8916-cc0c0e108fc2" providerId="ADAL" clId="{A2CC637E-8A9A-43D4-B903-8648B4231DFF}" dt="2026-06-25T13:33:34.400" v="3440" actId="478"/>
          <ac:spMkLst>
            <pc:docMk/>
            <pc:sldMk cId="872110512" sldId="262"/>
            <ac:spMk id="9" creationId="{00000000-0000-0000-0000-000000000000}"/>
          </ac:spMkLst>
        </pc:spChg>
        <pc:spChg chg="del mod">
          <ac:chgData name="Ben David, Ofir" userId="b76e4e70-005d-40e3-8916-cc0c0e108fc2" providerId="ADAL" clId="{A2CC637E-8A9A-43D4-B903-8648B4231DFF}" dt="2026-06-25T13:33:25.863" v="3439" actId="478"/>
          <ac:spMkLst>
            <pc:docMk/>
            <pc:sldMk cId="872110512" sldId="262"/>
            <ac:spMk id="10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3:33:53.102" v="3444" actId="14100"/>
          <ac:spMkLst>
            <pc:docMk/>
            <pc:sldMk cId="872110512" sldId="262"/>
            <ac:spMk id="11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3:34:04.309" v="3450" actId="1076"/>
          <ac:spMkLst>
            <pc:docMk/>
            <pc:sldMk cId="872110512" sldId="262"/>
            <ac:spMk id="12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3:33:49.590" v="3443" actId="14100"/>
          <ac:spMkLst>
            <pc:docMk/>
            <pc:sldMk cId="872110512" sldId="262"/>
            <ac:spMk id="14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3:33:49.590" v="3443" actId="14100"/>
          <ac:spMkLst>
            <pc:docMk/>
            <pc:sldMk cId="872110512" sldId="262"/>
            <ac:spMk id="15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3:33:49.590" v="3443" actId="14100"/>
          <ac:spMkLst>
            <pc:docMk/>
            <pc:sldMk cId="872110512" sldId="262"/>
            <ac:spMk id="16" creationId="{00000000-0000-0000-0000-000000000000}"/>
          </ac:spMkLst>
        </pc:spChg>
      </pc:sldChg>
      <pc:sldChg chg="delSp modSp mod modNotesTx">
        <pc:chgData name="Ben David, Ofir" userId="b76e4e70-005d-40e3-8916-cc0c0e108fc2" providerId="ADAL" clId="{A2CC637E-8A9A-43D4-B903-8648B4231DFF}" dt="2026-06-25T16:37:10.847" v="3871" actId="20577"/>
        <pc:sldMkLst>
          <pc:docMk/>
          <pc:sldMk cId="2636993707" sldId="263"/>
        </pc:sldMkLst>
        <pc:spChg chg="mod">
          <ac:chgData name="Ben David, Ofir" userId="b76e4e70-005d-40e3-8916-cc0c0e108fc2" providerId="ADAL" clId="{A2CC637E-8A9A-43D4-B903-8648B4231DFF}" dt="2026-06-25T14:07:43.064" v="3539" actId="20577"/>
          <ac:spMkLst>
            <pc:docMk/>
            <pc:sldMk cId="2636993707" sldId="263"/>
            <ac:spMk id="3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6:37:10.847" v="3871" actId="20577"/>
          <ac:spMkLst>
            <pc:docMk/>
            <pc:sldMk cId="2636993707" sldId="263"/>
            <ac:spMk id="4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4:18:14.597" v="3712" actId="14100"/>
          <ac:spMkLst>
            <pc:docMk/>
            <pc:sldMk cId="2636993707" sldId="263"/>
            <ac:spMk id="6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4:18:14.597" v="3712" actId="14100"/>
          <ac:spMkLst>
            <pc:docMk/>
            <pc:sldMk cId="2636993707" sldId="263"/>
            <ac:spMk id="7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4:18:14.597" v="3712" actId="14100"/>
          <ac:spMkLst>
            <pc:docMk/>
            <pc:sldMk cId="2636993707" sldId="263"/>
            <ac:spMk id="8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4:14:18.530" v="3675" actId="1038"/>
          <ac:spMkLst>
            <pc:docMk/>
            <pc:sldMk cId="2636993707" sldId="263"/>
            <ac:spMk id="9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4:18:14.597" v="3712" actId="14100"/>
          <ac:spMkLst>
            <pc:docMk/>
            <pc:sldMk cId="2636993707" sldId="263"/>
            <ac:spMk id="10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4:18:14.597" v="3712" actId="14100"/>
          <ac:spMkLst>
            <pc:docMk/>
            <pc:sldMk cId="2636993707" sldId="263"/>
            <ac:spMk id="11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4:14:18.530" v="3675" actId="1038"/>
          <ac:spMkLst>
            <pc:docMk/>
            <pc:sldMk cId="2636993707" sldId="263"/>
            <ac:spMk id="12" creationId="{00000000-0000-0000-0000-000000000000}"/>
          </ac:spMkLst>
        </pc:spChg>
        <pc:spChg chg="del mod">
          <ac:chgData name="Ben David, Ofir" userId="b76e4e70-005d-40e3-8916-cc0c0e108fc2" providerId="ADAL" clId="{A2CC637E-8A9A-43D4-B903-8648B4231DFF}" dt="2026-06-25T14:14:06.241" v="3616" actId="478"/>
          <ac:spMkLst>
            <pc:docMk/>
            <pc:sldMk cId="2636993707" sldId="263"/>
            <ac:spMk id="13" creationId="{00000000-0000-0000-0000-000000000000}"/>
          </ac:spMkLst>
        </pc:spChg>
        <pc:spChg chg="del">
          <ac:chgData name="Ben David, Ofir" userId="b76e4e70-005d-40e3-8916-cc0c0e108fc2" providerId="ADAL" clId="{A2CC637E-8A9A-43D4-B903-8648B4231DFF}" dt="2026-06-25T14:14:06.241" v="3616" actId="478"/>
          <ac:spMkLst>
            <pc:docMk/>
            <pc:sldMk cId="2636993707" sldId="263"/>
            <ac:spMk id="14" creationId="{00000000-0000-0000-0000-000000000000}"/>
          </ac:spMkLst>
        </pc:spChg>
        <pc:spChg chg="del">
          <ac:chgData name="Ben David, Ofir" userId="b76e4e70-005d-40e3-8916-cc0c0e108fc2" providerId="ADAL" clId="{A2CC637E-8A9A-43D4-B903-8648B4231DFF}" dt="2026-06-25T14:14:06.241" v="3616" actId="478"/>
          <ac:spMkLst>
            <pc:docMk/>
            <pc:sldMk cId="2636993707" sldId="263"/>
            <ac:spMk id="15" creationId="{00000000-0000-0000-0000-000000000000}"/>
          </ac:spMkLst>
        </pc:spChg>
        <pc:spChg chg="del mod">
          <ac:chgData name="Ben David, Ofir" userId="b76e4e70-005d-40e3-8916-cc0c0e108fc2" providerId="ADAL" clId="{A2CC637E-8A9A-43D4-B903-8648B4231DFF}" dt="2026-06-25T14:14:06.241" v="3616" actId="478"/>
          <ac:spMkLst>
            <pc:docMk/>
            <pc:sldMk cId="2636993707" sldId="263"/>
            <ac:spMk id="16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4:14:12.021" v="3638" actId="1037"/>
          <ac:spMkLst>
            <pc:docMk/>
            <pc:sldMk cId="2636993707" sldId="263"/>
            <ac:spMk id="17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4:14:12.021" v="3638" actId="1037"/>
          <ac:spMkLst>
            <pc:docMk/>
            <pc:sldMk cId="2636993707" sldId="263"/>
            <ac:spMk id="18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4:19:39.044" v="3716" actId="20577"/>
          <ac:spMkLst>
            <pc:docMk/>
            <pc:sldMk cId="2636993707" sldId="263"/>
            <ac:spMk id="19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4:18:14.597" v="3712" actId="14100"/>
          <ac:spMkLst>
            <pc:docMk/>
            <pc:sldMk cId="2636993707" sldId="263"/>
            <ac:spMk id="20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4:18:14.597" v="3712" actId="14100"/>
          <ac:spMkLst>
            <pc:docMk/>
            <pc:sldMk cId="2636993707" sldId="263"/>
            <ac:spMk id="21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4:18:14.597" v="3712" actId="14100"/>
          <ac:spMkLst>
            <pc:docMk/>
            <pc:sldMk cId="2636993707" sldId="263"/>
            <ac:spMk id="22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4:14:12.021" v="3638" actId="1037"/>
          <ac:spMkLst>
            <pc:docMk/>
            <pc:sldMk cId="2636993707" sldId="263"/>
            <ac:spMk id="23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4:18:14.597" v="3712" actId="14100"/>
          <ac:spMkLst>
            <pc:docMk/>
            <pc:sldMk cId="2636993707" sldId="263"/>
            <ac:spMk id="24" creationId="{00000000-0000-0000-0000-000000000000}"/>
          </ac:spMkLst>
        </pc:spChg>
        <pc:spChg chg="del">
          <ac:chgData name="Ben David, Ofir" userId="b76e4e70-005d-40e3-8916-cc0c0e108fc2" providerId="ADAL" clId="{A2CC637E-8A9A-43D4-B903-8648B4231DFF}" dt="2026-06-25T14:17:20.534" v="3687" actId="478"/>
          <ac:spMkLst>
            <pc:docMk/>
            <pc:sldMk cId="2636993707" sldId="263"/>
            <ac:spMk id="25" creationId="{00000000-0000-0000-0000-000000000000}"/>
          </ac:spMkLst>
        </pc:spChg>
        <pc:spChg chg="del">
          <ac:chgData name="Ben David, Ofir" userId="b76e4e70-005d-40e3-8916-cc0c0e108fc2" providerId="ADAL" clId="{A2CC637E-8A9A-43D4-B903-8648B4231DFF}" dt="2026-06-25T14:17:20.534" v="3687" actId="478"/>
          <ac:spMkLst>
            <pc:docMk/>
            <pc:sldMk cId="2636993707" sldId="263"/>
            <ac:spMk id="26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4:18:23.530" v="3714" actId="14100"/>
          <ac:spMkLst>
            <pc:docMk/>
            <pc:sldMk cId="2636993707" sldId="263"/>
            <ac:spMk id="27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4:19:46.283" v="3727" actId="20577"/>
          <ac:spMkLst>
            <pc:docMk/>
            <pc:sldMk cId="2636993707" sldId="263"/>
            <ac:spMk id="28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4:19:57.102" v="3728" actId="20577"/>
          <ac:spMkLst>
            <pc:docMk/>
            <pc:sldMk cId="2636993707" sldId="263"/>
            <ac:spMk id="29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4:17:42.680" v="3704" actId="20577"/>
          <ac:spMkLst>
            <pc:docMk/>
            <pc:sldMk cId="2636993707" sldId="263"/>
            <ac:spMk id="30" creationId="{00000000-0000-0000-0000-000000000000}"/>
          </ac:spMkLst>
        </pc:spChg>
      </pc:sldChg>
      <pc:sldChg chg="modSp mod">
        <pc:chgData name="Ben David, Ofir" userId="b76e4e70-005d-40e3-8916-cc0c0e108fc2" providerId="ADAL" clId="{A2CC637E-8A9A-43D4-B903-8648B4231DFF}" dt="2026-06-25T16:39:14.864" v="3902" actId="20577"/>
        <pc:sldMkLst>
          <pc:docMk/>
          <pc:sldMk cId="2250348688" sldId="264"/>
        </pc:sldMkLst>
        <pc:spChg chg="mod">
          <ac:chgData name="Ben David, Ofir" userId="b76e4e70-005d-40e3-8916-cc0c0e108fc2" providerId="ADAL" clId="{A2CC637E-8A9A-43D4-B903-8648B4231DFF}" dt="2026-06-25T12:40:42.403" v="3151" actId="403"/>
          <ac:spMkLst>
            <pc:docMk/>
            <pc:sldMk cId="2250348688" sldId="264"/>
            <ac:spMk id="2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4:25:10.718" v="3730" actId="20577"/>
          <ac:spMkLst>
            <pc:docMk/>
            <pc:sldMk cId="2250348688" sldId="264"/>
            <ac:spMk id="3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6:37:19.283" v="3875" actId="20577"/>
          <ac:spMkLst>
            <pc:docMk/>
            <pc:sldMk cId="2250348688" sldId="264"/>
            <ac:spMk id="4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42.403" v="3151" actId="403"/>
          <ac:spMkLst>
            <pc:docMk/>
            <pc:sldMk cId="2250348688" sldId="264"/>
            <ac:spMk id="7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42.403" v="3151" actId="403"/>
          <ac:spMkLst>
            <pc:docMk/>
            <pc:sldMk cId="2250348688" sldId="264"/>
            <ac:spMk id="8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6:39:13.145" v="3901" actId="20577"/>
          <ac:spMkLst>
            <pc:docMk/>
            <pc:sldMk cId="2250348688" sldId="264"/>
            <ac:spMk id="9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42.403" v="3151" actId="403"/>
          <ac:spMkLst>
            <pc:docMk/>
            <pc:sldMk cId="2250348688" sldId="264"/>
            <ac:spMk id="12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42.403" v="3151" actId="403"/>
          <ac:spMkLst>
            <pc:docMk/>
            <pc:sldMk cId="2250348688" sldId="264"/>
            <ac:spMk id="13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42.403" v="3151" actId="403"/>
          <ac:spMkLst>
            <pc:docMk/>
            <pc:sldMk cId="2250348688" sldId="264"/>
            <ac:spMk id="15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6:39:14.864" v="3902" actId="20577"/>
          <ac:spMkLst>
            <pc:docMk/>
            <pc:sldMk cId="2250348688" sldId="264"/>
            <ac:spMk id="16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42.403" v="3151" actId="403"/>
          <ac:spMkLst>
            <pc:docMk/>
            <pc:sldMk cId="2250348688" sldId="264"/>
            <ac:spMk id="17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42.403" v="3151" actId="403"/>
          <ac:spMkLst>
            <pc:docMk/>
            <pc:sldMk cId="2250348688" sldId="264"/>
            <ac:spMk id="18" creationId="{00000000-0000-0000-0000-000000000000}"/>
          </ac:spMkLst>
        </pc:spChg>
      </pc:sldChg>
      <pc:sldChg chg="modSp mod">
        <pc:chgData name="Ben David, Ofir" userId="b76e4e70-005d-40e3-8916-cc0c0e108fc2" providerId="ADAL" clId="{A2CC637E-8A9A-43D4-B903-8648B4231DFF}" dt="2026-06-25T16:37:23.530" v="3877" actId="20577"/>
        <pc:sldMkLst>
          <pc:docMk/>
          <pc:sldMk cId="2021815389" sldId="265"/>
        </pc:sldMkLst>
        <pc:spChg chg="mod">
          <ac:chgData name="Ben David, Ofir" userId="b76e4e70-005d-40e3-8916-cc0c0e108fc2" providerId="ADAL" clId="{A2CC637E-8A9A-43D4-B903-8648B4231DFF}" dt="2026-06-25T14:25:06.084" v="3729" actId="20577"/>
          <ac:spMkLst>
            <pc:docMk/>
            <pc:sldMk cId="2021815389" sldId="265"/>
            <ac:spMk id="3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6:37:23.530" v="3877" actId="20577"/>
          <ac:spMkLst>
            <pc:docMk/>
            <pc:sldMk cId="2021815389" sldId="265"/>
            <ac:spMk id="4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45.022" v="3153" actId="403"/>
          <ac:spMkLst>
            <pc:docMk/>
            <pc:sldMk cId="2021815389" sldId="265"/>
            <ac:spMk id="6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45.022" v="3153" actId="403"/>
          <ac:spMkLst>
            <pc:docMk/>
            <pc:sldMk cId="2021815389" sldId="265"/>
            <ac:spMk id="7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45.022" v="3153" actId="403"/>
          <ac:spMkLst>
            <pc:docMk/>
            <pc:sldMk cId="2021815389" sldId="265"/>
            <ac:spMk id="8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45.022" v="3153" actId="403"/>
          <ac:spMkLst>
            <pc:docMk/>
            <pc:sldMk cId="2021815389" sldId="265"/>
            <ac:spMk id="10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45.022" v="3153" actId="403"/>
          <ac:spMkLst>
            <pc:docMk/>
            <pc:sldMk cId="2021815389" sldId="265"/>
            <ac:spMk id="11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45.022" v="3153" actId="403"/>
          <ac:spMkLst>
            <pc:docMk/>
            <pc:sldMk cId="2021815389" sldId="265"/>
            <ac:spMk id="12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45.022" v="3153" actId="403"/>
          <ac:spMkLst>
            <pc:docMk/>
            <pc:sldMk cId="2021815389" sldId="265"/>
            <ac:spMk id="13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45.022" v="3153" actId="403"/>
          <ac:spMkLst>
            <pc:docMk/>
            <pc:sldMk cId="2021815389" sldId="265"/>
            <ac:spMk id="14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45.022" v="3153" actId="403"/>
          <ac:spMkLst>
            <pc:docMk/>
            <pc:sldMk cId="2021815389" sldId="265"/>
            <ac:spMk id="18" creationId="{00000000-0000-0000-0000-000000000000}"/>
          </ac:spMkLst>
        </pc:spChg>
      </pc:sldChg>
      <pc:sldChg chg="addSp delSp modSp mod ord modNotesTx">
        <pc:chgData name="Ben David, Ofir" userId="b76e4e70-005d-40e3-8916-cc0c0e108fc2" providerId="ADAL" clId="{A2CC637E-8A9A-43D4-B903-8648B4231DFF}" dt="2026-06-25T16:37:03.806" v="3869" actId="20577"/>
        <pc:sldMkLst>
          <pc:docMk/>
          <pc:sldMk cId="1089029006" sldId="266"/>
        </pc:sldMkLst>
        <pc:spChg chg="mod">
          <ac:chgData name="Ben David, Ofir" userId="b76e4e70-005d-40e3-8916-cc0c0e108fc2" providerId="ADAL" clId="{A2CC637E-8A9A-43D4-B903-8648B4231DFF}" dt="2026-06-25T12:37:09.381" v="3059" actId="403"/>
          <ac:spMkLst>
            <pc:docMk/>
            <pc:sldMk cId="1089029006" sldId="266"/>
            <ac:spMk id="2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6:37:03.806" v="3869" actId="20577"/>
          <ac:spMkLst>
            <pc:docMk/>
            <pc:sldMk cId="1089029006" sldId="266"/>
            <ac:spMk id="4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37:09.381" v="3059" actId="403"/>
          <ac:spMkLst>
            <pc:docMk/>
            <pc:sldMk cId="1089029006" sldId="266"/>
            <ac:spMk id="5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52:20.966" v="3171" actId="1076"/>
          <ac:spMkLst>
            <pc:docMk/>
            <pc:sldMk cId="1089029006" sldId="266"/>
            <ac:spMk id="6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52:20.966" v="3171" actId="1076"/>
          <ac:spMkLst>
            <pc:docMk/>
            <pc:sldMk cId="1089029006" sldId="266"/>
            <ac:spMk id="7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52:20.966" v="3171" actId="1076"/>
          <ac:spMkLst>
            <pc:docMk/>
            <pc:sldMk cId="1089029006" sldId="266"/>
            <ac:spMk id="8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51:48.494" v="3164" actId="1076"/>
          <ac:spMkLst>
            <pc:docMk/>
            <pc:sldMk cId="1089029006" sldId="266"/>
            <ac:spMk id="9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37:09.381" v="3059" actId="403"/>
          <ac:spMkLst>
            <pc:docMk/>
            <pc:sldMk cId="1089029006" sldId="266"/>
            <ac:spMk id="11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52:20.966" v="3171" actId="1076"/>
          <ac:spMkLst>
            <pc:docMk/>
            <pc:sldMk cId="1089029006" sldId="266"/>
            <ac:spMk id="12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52:20.966" v="3171" actId="1076"/>
          <ac:spMkLst>
            <pc:docMk/>
            <pc:sldMk cId="1089029006" sldId="266"/>
            <ac:spMk id="13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52:20.966" v="3171" actId="1076"/>
          <ac:spMkLst>
            <pc:docMk/>
            <pc:sldMk cId="1089029006" sldId="266"/>
            <ac:spMk id="14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52:20.966" v="3171" actId="1076"/>
          <ac:spMkLst>
            <pc:docMk/>
            <pc:sldMk cId="1089029006" sldId="266"/>
            <ac:spMk id="15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37:09.381" v="3059" actId="403"/>
          <ac:spMkLst>
            <pc:docMk/>
            <pc:sldMk cId="1089029006" sldId="266"/>
            <ac:spMk id="16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52:20.966" v="3171" actId="1076"/>
          <ac:spMkLst>
            <pc:docMk/>
            <pc:sldMk cId="1089029006" sldId="266"/>
            <ac:spMk id="17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37:09.381" v="3059" actId="403"/>
          <ac:spMkLst>
            <pc:docMk/>
            <pc:sldMk cId="1089029006" sldId="266"/>
            <ac:spMk id="20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37:09.381" v="3059" actId="403"/>
          <ac:spMkLst>
            <pc:docMk/>
            <pc:sldMk cId="1089029006" sldId="266"/>
            <ac:spMk id="21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51:48.494" v="3164" actId="1076"/>
          <ac:spMkLst>
            <pc:docMk/>
            <pc:sldMk cId="1089029006" sldId="266"/>
            <ac:spMk id="22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52:20.966" v="3171" actId="1076"/>
          <ac:spMkLst>
            <pc:docMk/>
            <pc:sldMk cId="1089029006" sldId="266"/>
            <ac:spMk id="23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52:20.966" v="3171" actId="1076"/>
          <ac:spMkLst>
            <pc:docMk/>
            <pc:sldMk cId="1089029006" sldId="266"/>
            <ac:spMk id="24" creationId="{00000000-0000-0000-0000-000000000000}"/>
          </ac:spMkLst>
        </pc:spChg>
        <pc:spChg chg="del">
          <ac:chgData name="Ben David, Ofir" userId="b76e4e70-005d-40e3-8916-cc0c0e108fc2" providerId="ADAL" clId="{A2CC637E-8A9A-43D4-B903-8648B4231DFF}" dt="2026-06-25T12:36:34.201" v="3049" actId="478"/>
          <ac:spMkLst>
            <pc:docMk/>
            <pc:sldMk cId="1089029006" sldId="266"/>
            <ac:spMk id="25" creationId="{00000000-0000-0000-0000-000000000000}"/>
          </ac:spMkLst>
        </pc:spChg>
        <pc:spChg chg="del">
          <ac:chgData name="Ben David, Ofir" userId="b76e4e70-005d-40e3-8916-cc0c0e108fc2" providerId="ADAL" clId="{A2CC637E-8A9A-43D4-B903-8648B4231DFF}" dt="2026-06-25T12:36:34.201" v="3049" actId="478"/>
          <ac:spMkLst>
            <pc:docMk/>
            <pc:sldMk cId="1089029006" sldId="266"/>
            <ac:spMk id="26" creationId="{00000000-0000-0000-0000-000000000000}"/>
          </ac:spMkLst>
        </pc:spChg>
        <pc:spChg chg="del">
          <ac:chgData name="Ben David, Ofir" userId="b76e4e70-005d-40e3-8916-cc0c0e108fc2" providerId="ADAL" clId="{A2CC637E-8A9A-43D4-B903-8648B4231DFF}" dt="2026-06-25T12:36:34.201" v="3049" actId="478"/>
          <ac:spMkLst>
            <pc:docMk/>
            <pc:sldMk cId="1089029006" sldId="266"/>
            <ac:spMk id="27" creationId="{00000000-0000-0000-0000-000000000000}"/>
          </ac:spMkLst>
        </pc:spChg>
        <pc:spChg chg="add del mod">
          <ac:chgData name="Ben David, Ofir" userId="b76e4e70-005d-40e3-8916-cc0c0e108fc2" providerId="ADAL" clId="{A2CC637E-8A9A-43D4-B903-8648B4231DFF}" dt="2026-06-25T12:52:12.861" v="3170" actId="478"/>
          <ac:spMkLst>
            <pc:docMk/>
            <pc:sldMk cId="1089029006" sldId="266"/>
            <ac:spMk id="30" creationId="{00000000-0000-0000-0000-000000000000}"/>
          </ac:spMkLst>
        </pc:spChg>
        <pc:spChg chg="add del mod">
          <ac:chgData name="Ben David, Ofir" userId="b76e4e70-005d-40e3-8916-cc0c0e108fc2" providerId="ADAL" clId="{A2CC637E-8A9A-43D4-B903-8648B4231DFF}" dt="2026-06-25T12:52:12.861" v="3170" actId="478"/>
          <ac:spMkLst>
            <pc:docMk/>
            <pc:sldMk cId="1089029006" sldId="266"/>
            <ac:spMk id="31" creationId="{00000000-0000-0000-0000-000000000000}"/>
          </ac:spMkLst>
        </pc:spChg>
        <pc:spChg chg="add del mod">
          <ac:chgData name="Ben David, Ofir" userId="b76e4e70-005d-40e3-8916-cc0c0e108fc2" providerId="ADAL" clId="{A2CC637E-8A9A-43D4-B903-8648B4231DFF}" dt="2026-06-25T12:38:01.749" v="3062" actId="478"/>
          <ac:spMkLst>
            <pc:docMk/>
            <pc:sldMk cId="1089029006" sldId="266"/>
            <ac:spMk id="32" creationId="{00000000-0000-0000-0000-000000000000}"/>
          </ac:spMkLst>
        </pc:spChg>
        <pc:picChg chg="add del mod">
          <ac:chgData name="Ben David, Ofir" userId="b76e4e70-005d-40e3-8916-cc0c0e108fc2" providerId="ADAL" clId="{A2CC637E-8A9A-43D4-B903-8648B4231DFF}" dt="2026-06-25T12:20:32.730" v="2960" actId="21"/>
          <ac:picMkLst>
            <pc:docMk/>
            <pc:sldMk cId="1089029006" sldId="266"/>
            <ac:picMk id="29" creationId="{0DBCCAC4-6290-BDB0-5D9A-B0AE378BB924}"/>
          </ac:picMkLst>
        </pc:picChg>
      </pc:sldChg>
      <pc:sldChg chg="modSp mod">
        <pc:chgData name="Ben David, Ofir" userId="b76e4e70-005d-40e3-8916-cc0c0e108fc2" providerId="ADAL" clId="{A2CC637E-8A9A-43D4-B903-8648B4231DFF}" dt="2026-06-25T16:37:28.330" v="3879" actId="20577"/>
        <pc:sldMkLst>
          <pc:docMk/>
          <pc:sldMk cId="2642144312" sldId="267"/>
        </pc:sldMkLst>
        <pc:spChg chg="mod">
          <ac:chgData name="Ben David, Ofir" userId="b76e4e70-005d-40e3-8916-cc0c0e108fc2" providerId="ADAL" clId="{A2CC637E-8A9A-43D4-B903-8648B4231DFF}" dt="2026-06-25T12:40:48.993" v="3155" actId="403"/>
          <ac:spMkLst>
            <pc:docMk/>
            <pc:sldMk cId="2642144312" sldId="267"/>
            <ac:spMk id="2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48.993" v="3155" actId="403"/>
          <ac:spMkLst>
            <pc:docMk/>
            <pc:sldMk cId="2642144312" sldId="267"/>
            <ac:spMk id="3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6:37:28.330" v="3879" actId="20577"/>
          <ac:spMkLst>
            <pc:docMk/>
            <pc:sldMk cId="2642144312" sldId="267"/>
            <ac:spMk id="4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48.993" v="3155" actId="403"/>
          <ac:spMkLst>
            <pc:docMk/>
            <pc:sldMk cId="2642144312" sldId="267"/>
            <ac:spMk id="5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48.993" v="3155" actId="403"/>
          <ac:spMkLst>
            <pc:docMk/>
            <pc:sldMk cId="2642144312" sldId="267"/>
            <ac:spMk id="6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48.993" v="3155" actId="403"/>
          <ac:spMkLst>
            <pc:docMk/>
            <pc:sldMk cId="2642144312" sldId="267"/>
            <ac:spMk id="7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48.993" v="3155" actId="403"/>
          <ac:spMkLst>
            <pc:docMk/>
            <pc:sldMk cId="2642144312" sldId="267"/>
            <ac:spMk id="8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48.993" v="3155" actId="403"/>
          <ac:spMkLst>
            <pc:docMk/>
            <pc:sldMk cId="2642144312" sldId="267"/>
            <ac:spMk id="9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48.993" v="3155" actId="403"/>
          <ac:spMkLst>
            <pc:docMk/>
            <pc:sldMk cId="2642144312" sldId="267"/>
            <ac:spMk id="10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48.993" v="3155" actId="403"/>
          <ac:spMkLst>
            <pc:docMk/>
            <pc:sldMk cId="2642144312" sldId="267"/>
            <ac:spMk id="14" creationId="{00000000-0000-0000-0000-000000000000}"/>
          </ac:spMkLst>
        </pc:spChg>
      </pc:sldChg>
      <pc:sldChg chg="modSp mod">
        <pc:chgData name="Ben David, Ofir" userId="b76e4e70-005d-40e3-8916-cc0c0e108fc2" providerId="ADAL" clId="{A2CC637E-8A9A-43D4-B903-8648B4231DFF}" dt="2026-06-25T16:37:31.347" v="3881" actId="20577"/>
        <pc:sldMkLst>
          <pc:docMk/>
          <pc:sldMk cId="3809012846" sldId="268"/>
        </pc:sldMkLst>
        <pc:spChg chg="mod">
          <ac:chgData name="Ben David, Ofir" userId="b76e4e70-005d-40e3-8916-cc0c0e108fc2" providerId="ADAL" clId="{A2CC637E-8A9A-43D4-B903-8648B4231DFF}" dt="2026-06-25T12:40:53.064" v="3157" actId="403"/>
          <ac:spMkLst>
            <pc:docMk/>
            <pc:sldMk cId="3809012846" sldId="268"/>
            <ac:spMk id="2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53.064" v="3157" actId="403"/>
          <ac:spMkLst>
            <pc:docMk/>
            <pc:sldMk cId="3809012846" sldId="268"/>
            <ac:spMk id="3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6:37:31.347" v="3881" actId="20577"/>
          <ac:spMkLst>
            <pc:docMk/>
            <pc:sldMk cId="3809012846" sldId="268"/>
            <ac:spMk id="4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53.064" v="3157" actId="403"/>
          <ac:spMkLst>
            <pc:docMk/>
            <pc:sldMk cId="3809012846" sldId="268"/>
            <ac:spMk id="8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53.064" v="3157" actId="403"/>
          <ac:spMkLst>
            <pc:docMk/>
            <pc:sldMk cId="3809012846" sldId="268"/>
            <ac:spMk id="9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53.064" v="3157" actId="403"/>
          <ac:spMkLst>
            <pc:docMk/>
            <pc:sldMk cId="3809012846" sldId="268"/>
            <ac:spMk id="10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53.064" v="3157" actId="403"/>
          <ac:spMkLst>
            <pc:docMk/>
            <pc:sldMk cId="3809012846" sldId="268"/>
            <ac:spMk id="11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53.064" v="3157" actId="403"/>
          <ac:spMkLst>
            <pc:docMk/>
            <pc:sldMk cId="3809012846" sldId="268"/>
            <ac:spMk id="14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53.064" v="3157" actId="403"/>
          <ac:spMkLst>
            <pc:docMk/>
            <pc:sldMk cId="3809012846" sldId="268"/>
            <ac:spMk id="21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53.064" v="3157" actId="403"/>
          <ac:spMkLst>
            <pc:docMk/>
            <pc:sldMk cId="3809012846" sldId="268"/>
            <ac:spMk id="22" creationId="{00000000-0000-0000-0000-000000000000}"/>
          </ac:spMkLst>
        </pc:spChg>
      </pc:sldChg>
      <pc:sldChg chg="modSp mod">
        <pc:chgData name="Ben David, Ofir" userId="b76e4e70-005d-40e3-8916-cc0c0e108fc2" providerId="ADAL" clId="{A2CC637E-8A9A-43D4-B903-8648B4231DFF}" dt="2026-06-25T16:37:34.322" v="3883" actId="20577"/>
        <pc:sldMkLst>
          <pc:docMk/>
          <pc:sldMk cId="4032983112" sldId="269"/>
        </pc:sldMkLst>
        <pc:spChg chg="mod">
          <ac:chgData name="Ben David, Ofir" userId="b76e4e70-005d-40e3-8916-cc0c0e108fc2" providerId="ADAL" clId="{A2CC637E-8A9A-43D4-B903-8648B4231DFF}" dt="2026-06-25T12:40:59.921" v="3159" actId="403"/>
          <ac:spMkLst>
            <pc:docMk/>
            <pc:sldMk cId="4032983112" sldId="269"/>
            <ac:spMk id="2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6:37:34.322" v="3883" actId="20577"/>
          <ac:spMkLst>
            <pc:docMk/>
            <pc:sldMk cId="4032983112" sldId="269"/>
            <ac:spMk id="4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59.921" v="3159" actId="403"/>
          <ac:spMkLst>
            <pc:docMk/>
            <pc:sldMk cId="4032983112" sldId="269"/>
            <ac:spMk id="11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59.921" v="3159" actId="403"/>
          <ac:spMkLst>
            <pc:docMk/>
            <pc:sldMk cId="4032983112" sldId="269"/>
            <ac:spMk id="14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59.921" v="3159" actId="403"/>
          <ac:spMkLst>
            <pc:docMk/>
            <pc:sldMk cId="4032983112" sldId="269"/>
            <ac:spMk id="18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59.921" v="3159" actId="403"/>
          <ac:spMkLst>
            <pc:docMk/>
            <pc:sldMk cId="4032983112" sldId="269"/>
            <ac:spMk id="19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59.921" v="3159" actId="403"/>
          <ac:spMkLst>
            <pc:docMk/>
            <pc:sldMk cId="4032983112" sldId="269"/>
            <ac:spMk id="20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59.921" v="3159" actId="403"/>
          <ac:spMkLst>
            <pc:docMk/>
            <pc:sldMk cId="4032983112" sldId="269"/>
            <ac:spMk id="23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59.921" v="3159" actId="403"/>
          <ac:spMkLst>
            <pc:docMk/>
            <pc:sldMk cId="4032983112" sldId="269"/>
            <ac:spMk id="24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59.921" v="3159" actId="403"/>
          <ac:spMkLst>
            <pc:docMk/>
            <pc:sldMk cId="4032983112" sldId="269"/>
            <ac:spMk id="32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0:59.921" v="3159" actId="403"/>
          <ac:spMkLst>
            <pc:docMk/>
            <pc:sldMk cId="4032983112" sldId="269"/>
            <ac:spMk id="37" creationId="{00000000-0000-0000-0000-000000000000}"/>
          </ac:spMkLst>
        </pc:spChg>
      </pc:sldChg>
      <pc:sldChg chg="modSp mod">
        <pc:chgData name="Ben David, Ofir" userId="b76e4e70-005d-40e3-8916-cc0c0e108fc2" providerId="ADAL" clId="{A2CC637E-8A9A-43D4-B903-8648B4231DFF}" dt="2026-06-25T16:37:38.356" v="3885" actId="20577"/>
        <pc:sldMkLst>
          <pc:docMk/>
          <pc:sldMk cId="294010783" sldId="270"/>
        </pc:sldMkLst>
        <pc:spChg chg="mod">
          <ac:chgData name="Ben David, Ofir" userId="b76e4e70-005d-40e3-8916-cc0c0e108fc2" providerId="ADAL" clId="{A2CC637E-8A9A-43D4-B903-8648B4231DFF}" dt="2026-06-25T12:41:04.316" v="3161" actId="403"/>
          <ac:spMkLst>
            <pc:docMk/>
            <pc:sldMk cId="294010783" sldId="270"/>
            <ac:spMk id="2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6:37:38.356" v="3885" actId="20577"/>
          <ac:spMkLst>
            <pc:docMk/>
            <pc:sldMk cId="294010783" sldId="270"/>
            <ac:spMk id="4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1:04.316" v="3161" actId="403"/>
          <ac:spMkLst>
            <pc:docMk/>
            <pc:sldMk cId="294010783" sldId="270"/>
            <ac:spMk id="5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1:04.316" v="3161" actId="403"/>
          <ac:spMkLst>
            <pc:docMk/>
            <pc:sldMk cId="294010783" sldId="270"/>
            <ac:spMk id="8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1:04.316" v="3161" actId="403"/>
          <ac:spMkLst>
            <pc:docMk/>
            <pc:sldMk cId="294010783" sldId="270"/>
            <ac:spMk id="11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1:04.316" v="3161" actId="403"/>
          <ac:spMkLst>
            <pc:docMk/>
            <pc:sldMk cId="294010783" sldId="270"/>
            <ac:spMk id="12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1:04.316" v="3161" actId="403"/>
          <ac:spMkLst>
            <pc:docMk/>
            <pc:sldMk cId="294010783" sldId="270"/>
            <ac:spMk id="15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1:04.316" v="3161" actId="403"/>
          <ac:spMkLst>
            <pc:docMk/>
            <pc:sldMk cId="294010783" sldId="270"/>
            <ac:spMk id="19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1:04.316" v="3161" actId="403"/>
          <ac:spMkLst>
            <pc:docMk/>
            <pc:sldMk cId="294010783" sldId="270"/>
            <ac:spMk id="21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1:04.316" v="3161" actId="403"/>
          <ac:spMkLst>
            <pc:docMk/>
            <pc:sldMk cId="294010783" sldId="270"/>
            <ac:spMk id="25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1:04.316" v="3161" actId="403"/>
          <ac:spMkLst>
            <pc:docMk/>
            <pc:sldMk cId="294010783" sldId="270"/>
            <ac:spMk id="28" creationId="{00000000-0000-0000-0000-000000000000}"/>
          </ac:spMkLst>
        </pc:spChg>
      </pc:sldChg>
      <pc:sldChg chg="modSp mod">
        <pc:chgData name="Ben David, Ofir" userId="b76e4e70-005d-40e3-8916-cc0c0e108fc2" providerId="ADAL" clId="{A2CC637E-8A9A-43D4-B903-8648B4231DFF}" dt="2026-06-25T12:41:07.392" v="3163" actId="403"/>
        <pc:sldMkLst>
          <pc:docMk/>
          <pc:sldMk cId="3329748656" sldId="271"/>
        </pc:sldMkLst>
        <pc:spChg chg="mod">
          <ac:chgData name="Ben David, Ofir" userId="b76e4e70-005d-40e3-8916-cc0c0e108fc2" providerId="ADAL" clId="{A2CC637E-8A9A-43D4-B903-8648B4231DFF}" dt="2026-06-25T12:41:07.392" v="3163" actId="403"/>
          <ac:spMkLst>
            <pc:docMk/>
            <pc:sldMk cId="3329748656" sldId="271"/>
            <ac:spMk id="3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1:07.392" v="3163" actId="403"/>
          <ac:spMkLst>
            <pc:docMk/>
            <pc:sldMk cId="3329748656" sldId="271"/>
            <ac:spMk id="4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1:07.392" v="3163" actId="403"/>
          <ac:spMkLst>
            <pc:docMk/>
            <pc:sldMk cId="3329748656" sldId="271"/>
            <ac:spMk id="5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1:07.392" v="3163" actId="403"/>
          <ac:spMkLst>
            <pc:docMk/>
            <pc:sldMk cId="3329748656" sldId="271"/>
            <ac:spMk id="7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1:07.392" v="3163" actId="403"/>
          <ac:spMkLst>
            <pc:docMk/>
            <pc:sldMk cId="3329748656" sldId="271"/>
            <ac:spMk id="10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1:07.392" v="3163" actId="403"/>
          <ac:spMkLst>
            <pc:docMk/>
            <pc:sldMk cId="3329748656" sldId="271"/>
            <ac:spMk id="13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1:07.392" v="3163" actId="403"/>
          <ac:spMkLst>
            <pc:docMk/>
            <pc:sldMk cId="3329748656" sldId="271"/>
            <ac:spMk id="19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1:07.392" v="3163" actId="403"/>
          <ac:spMkLst>
            <pc:docMk/>
            <pc:sldMk cId="3329748656" sldId="271"/>
            <ac:spMk id="21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1:07.392" v="3163" actId="403"/>
          <ac:spMkLst>
            <pc:docMk/>
            <pc:sldMk cId="3329748656" sldId="271"/>
            <ac:spMk id="23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2:41:07.392" v="3163" actId="403"/>
          <ac:spMkLst>
            <pc:docMk/>
            <pc:sldMk cId="3329748656" sldId="271"/>
            <ac:spMk id="25" creationId="{00000000-0000-0000-0000-000000000000}"/>
          </ac:spMkLst>
        </pc:spChg>
      </pc:sldChg>
      <pc:sldChg chg="addSp delSp modSp mod">
        <pc:chgData name="Ben David, Ofir" userId="b76e4e70-005d-40e3-8916-cc0c0e108fc2" providerId="ADAL" clId="{A2CC637E-8A9A-43D4-B903-8648B4231DFF}" dt="2026-06-25T12:40:24.574" v="3145" actId="14100"/>
        <pc:sldMkLst>
          <pc:docMk/>
          <pc:sldMk cId="986240572" sldId="272"/>
        </pc:sldMkLst>
        <pc:spChg chg="add del mod">
          <ac:chgData name="Ben David, Ofir" userId="b76e4e70-005d-40e3-8916-cc0c0e108fc2" providerId="ADAL" clId="{A2CC637E-8A9A-43D4-B903-8648B4231DFF}" dt="2026-06-25T08:20:53.963" v="115" actId="478"/>
          <ac:spMkLst>
            <pc:docMk/>
            <pc:sldMk cId="986240572" sldId="272"/>
            <ac:spMk id="2" creationId="{2882AF73-68FF-1DE1-3515-523BC89BF5F8}"/>
          </ac:spMkLst>
        </pc:spChg>
        <pc:spChg chg="add mod">
          <ac:chgData name="Ben David, Ofir" userId="b76e4e70-005d-40e3-8916-cc0c0e108fc2" providerId="ADAL" clId="{A2CC637E-8A9A-43D4-B903-8648B4231DFF}" dt="2026-06-25T12:40:24.574" v="3145" actId="14100"/>
          <ac:spMkLst>
            <pc:docMk/>
            <pc:sldMk cId="986240572" sldId="272"/>
            <ac:spMk id="3" creationId="{DE960A17-136F-E90C-20F7-8806A9AF12D6}"/>
          </ac:spMkLst>
        </pc:spChg>
        <pc:spChg chg="add mod">
          <ac:chgData name="Ben David, Ofir" userId="b76e4e70-005d-40e3-8916-cc0c0e108fc2" providerId="ADAL" clId="{A2CC637E-8A9A-43D4-B903-8648B4231DFF}" dt="2026-06-25T12:40:20.501" v="3143" actId="403"/>
          <ac:spMkLst>
            <pc:docMk/>
            <pc:sldMk cId="986240572" sldId="272"/>
            <ac:spMk id="4" creationId="{D8DC0C41-2440-7DF3-1160-ABA11DF3F766}"/>
          </ac:spMkLst>
        </pc:spChg>
        <pc:picChg chg="mod">
          <ac:chgData name="Ben David, Ofir" userId="b76e4e70-005d-40e3-8916-cc0c0e108fc2" providerId="ADAL" clId="{A2CC637E-8A9A-43D4-B903-8648B4231DFF}" dt="2026-06-25T11:15:18.222" v="1717" actId="1076"/>
          <ac:picMkLst>
            <pc:docMk/>
            <pc:sldMk cId="986240572" sldId="272"/>
            <ac:picMk id="32" creationId="{D2FAF37E-1227-C6C1-5925-C1653F5013D5}"/>
          </ac:picMkLst>
        </pc:picChg>
      </pc:sldChg>
      <pc:sldChg chg="addSp delSp modSp new del mod">
        <pc:chgData name="Ben David, Ofir" userId="b76e4e70-005d-40e3-8916-cc0c0e108fc2" providerId="ADAL" clId="{A2CC637E-8A9A-43D4-B903-8648B4231DFF}" dt="2026-06-25T14:34:00.591" v="3738" actId="47"/>
        <pc:sldMkLst>
          <pc:docMk/>
          <pc:sldMk cId="1399815150" sldId="273"/>
        </pc:sldMkLst>
        <pc:spChg chg="add del mod">
          <ac:chgData name="Ben David, Ofir" userId="b76e4e70-005d-40e3-8916-cc0c0e108fc2" providerId="ADAL" clId="{A2CC637E-8A9A-43D4-B903-8648B4231DFF}" dt="2026-06-25T12:54:04.912" v="3187" actId="478"/>
          <ac:spMkLst>
            <pc:docMk/>
            <pc:sldMk cId="1399815150" sldId="273"/>
            <ac:spMk id="2" creationId="{69269BBD-B293-88EE-6531-8BBF7F865D96}"/>
          </ac:spMkLst>
        </pc:spChg>
        <pc:spChg chg="add mod">
          <ac:chgData name="Ben David, Ofir" userId="b76e4e70-005d-40e3-8916-cc0c0e108fc2" providerId="ADAL" clId="{A2CC637E-8A9A-43D4-B903-8648B4231DFF}" dt="2026-06-25T12:54:31.592" v="3211" actId="1076"/>
          <ac:spMkLst>
            <pc:docMk/>
            <pc:sldMk cId="1399815150" sldId="273"/>
            <ac:spMk id="3" creationId="{CB615E66-3CDC-33A7-ABBD-1FAB4FBC27F4}"/>
          </ac:spMkLst>
        </pc:spChg>
      </pc:sldChg>
      <pc:sldChg chg="delSp modSp add mod ord">
        <pc:chgData name="Ben David, Ofir" userId="b76e4e70-005d-40e3-8916-cc0c0e108fc2" providerId="ADAL" clId="{A2CC637E-8A9A-43D4-B903-8648B4231DFF}" dt="2026-06-25T14:33:54.365" v="3737" actId="478"/>
        <pc:sldMkLst>
          <pc:docMk/>
          <pc:sldMk cId="2205574485" sldId="274"/>
        </pc:sldMkLst>
        <pc:spChg chg="del mod">
          <ac:chgData name="Ben David, Ofir" userId="b76e4e70-005d-40e3-8916-cc0c0e108fc2" providerId="ADAL" clId="{A2CC637E-8A9A-43D4-B903-8648B4231DFF}" dt="2026-06-25T14:33:54.365" v="3737" actId="478"/>
          <ac:spMkLst>
            <pc:docMk/>
            <pc:sldMk cId="2205574485" sldId="274"/>
            <ac:spMk id="10" creationId="{00000000-0000-0000-0000-000000000000}"/>
          </ac:spMkLst>
        </pc:spChg>
      </pc:sldChg>
      <pc:sldChg chg="addSp delSp modSp new del mod">
        <pc:chgData name="Ben David, Ofir" userId="b76e4e70-005d-40e3-8916-cc0c0e108fc2" providerId="ADAL" clId="{A2CC637E-8A9A-43D4-B903-8648B4231DFF}" dt="2026-06-25T12:54:35.173" v="3212" actId="47"/>
        <pc:sldMkLst>
          <pc:docMk/>
          <pc:sldMk cId="3523697063" sldId="274"/>
        </pc:sldMkLst>
        <pc:spChg chg="add del mod">
          <ac:chgData name="Ben David, Ofir" userId="b76e4e70-005d-40e3-8916-cc0c0e108fc2" providerId="ADAL" clId="{A2CC637E-8A9A-43D4-B903-8648B4231DFF}" dt="2026-06-25T12:33:54.717" v="3048" actId="478"/>
          <ac:spMkLst>
            <pc:docMk/>
            <pc:sldMk cId="3523697063" sldId="274"/>
            <ac:spMk id="2" creationId="{9074646E-6CF8-BC42-0969-A716F3CE8465}"/>
          </ac:spMkLst>
        </pc:spChg>
      </pc:sldChg>
      <pc:sldChg chg="modSp add mod ord modNotesTx">
        <pc:chgData name="Ben David, Ofir" userId="b76e4e70-005d-40e3-8916-cc0c0e108fc2" providerId="ADAL" clId="{A2CC637E-8A9A-43D4-B903-8648B4231DFF}" dt="2026-06-25T16:43:02.919" v="3909" actId="14100"/>
        <pc:sldMkLst>
          <pc:docMk/>
          <pc:sldMk cId="2387268952" sldId="275"/>
        </pc:sldMkLst>
        <pc:spChg chg="mod">
          <ac:chgData name="Ben David, Ofir" userId="b76e4e70-005d-40e3-8916-cc0c0e108fc2" providerId="ADAL" clId="{A2CC637E-8A9A-43D4-B903-8648B4231DFF}" dt="2026-06-25T14:34:38.881" v="3743" actId="403"/>
          <ac:spMkLst>
            <pc:docMk/>
            <pc:sldMk cId="2387268952" sldId="275"/>
            <ac:spMk id="2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4:34:38.881" v="3743" actId="403"/>
          <ac:spMkLst>
            <pc:docMk/>
            <pc:sldMk cId="2387268952" sldId="275"/>
            <ac:spMk id="3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6:37:16.212" v="3873" actId="20577"/>
          <ac:spMkLst>
            <pc:docMk/>
            <pc:sldMk cId="2387268952" sldId="275"/>
            <ac:spMk id="4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4:36:05.789" v="3758" actId="1076"/>
          <ac:spMkLst>
            <pc:docMk/>
            <pc:sldMk cId="2387268952" sldId="275"/>
            <ac:spMk id="5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4:38:13.105" v="3785" actId="14100"/>
          <ac:spMkLst>
            <pc:docMk/>
            <pc:sldMk cId="2387268952" sldId="275"/>
            <ac:spMk id="6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4:38:13.105" v="3785" actId="14100"/>
          <ac:spMkLst>
            <pc:docMk/>
            <pc:sldMk cId="2387268952" sldId="275"/>
            <ac:spMk id="7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4:38:23.270" v="3787" actId="1037"/>
          <ac:spMkLst>
            <pc:docMk/>
            <pc:sldMk cId="2387268952" sldId="275"/>
            <ac:spMk id="8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6:42:39.468" v="3903" actId="403"/>
          <ac:spMkLst>
            <pc:docMk/>
            <pc:sldMk cId="2387268952" sldId="275"/>
            <ac:spMk id="9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6:42:39.468" v="3903" actId="403"/>
          <ac:spMkLst>
            <pc:docMk/>
            <pc:sldMk cId="2387268952" sldId="275"/>
            <ac:spMk id="10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4:40:31.522" v="3828" actId="6549"/>
          <ac:spMkLst>
            <pc:docMk/>
            <pc:sldMk cId="2387268952" sldId="275"/>
            <ac:spMk id="11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4:38:18.923" v="3786" actId="14100"/>
          <ac:spMkLst>
            <pc:docMk/>
            <pc:sldMk cId="2387268952" sldId="275"/>
            <ac:spMk id="12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4:38:18.923" v="3786" actId="14100"/>
          <ac:spMkLst>
            <pc:docMk/>
            <pc:sldMk cId="2387268952" sldId="275"/>
            <ac:spMk id="13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4:38:18.923" v="3786" actId="14100"/>
          <ac:spMkLst>
            <pc:docMk/>
            <pc:sldMk cId="2387268952" sldId="275"/>
            <ac:spMk id="14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6:43:02.919" v="3909" actId="14100"/>
          <ac:spMkLst>
            <pc:docMk/>
            <pc:sldMk cId="2387268952" sldId="275"/>
            <ac:spMk id="15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6:42:59.185" v="3907" actId="14100"/>
          <ac:spMkLst>
            <pc:docMk/>
            <pc:sldMk cId="2387268952" sldId="275"/>
            <ac:spMk id="16" creationId="{00000000-0000-0000-0000-000000000000}"/>
          </ac:spMkLst>
        </pc:spChg>
        <pc:spChg chg="mod">
          <ac:chgData name="Ben David, Ofir" userId="b76e4e70-005d-40e3-8916-cc0c0e108fc2" providerId="ADAL" clId="{A2CC637E-8A9A-43D4-B903-8648B4231DFF}" dt="2026-06-25T14:43:20.735" v="3857" actId="20577"/>
          <ac:spMkLst>
            <pc:docMk/>
            <pc:sldMk cId="2387268952" sldId="275"/>
            <ac:spMk id="17" creationId="{00000000-0000-0000-0000-000000000000}"/>
          </ac:spMkLst>
        </pc:spChg>
      </pc:sldChg>
      <pc:sldChg chg="addSp modSp new del mod">
        <pc:chgData name="Ben David, Ofir" userId="b76e4e70-005d-40e3-8916-cc0c0e108fc2" providerId="ADAL" clId="{A2CC637E-8A9A-43D4-B903-8648B4231DFF}" dt="2026-06-25T17:27:01.358" v="3926" actId="47"/>
        <pc:sldMkLst>
          <pc:docMk/>
          <pc:sldMk cId="577823655" sldId="276"/>
        </pc:sldMkLst>
        <pc:picChg chg="add mod">
          <ac:chgData name="Ben David, Ofir" userId="b76e4e70-005d-40e3-8916-cc0c0e108fc2" providerId="ADAL" clId="{A2CC637E-8A9A-43D4-B903-8648B4231DFF}" dt="2026-06-25T16:57:17.708" v="3912"/>
          <ac:picMkLst>
            <pc:docMk/>
            <pc:sldMk cId="577823655" sldId="276"/>
            <ac:picMk id="3" creationId="{60F393B1-49AF-C360-6193-31D1B52AE7B3}"/>
          </ac:picMkLst>
        </pc:picChg>
      </pc:sldChg>
      <pc:sldChg chg="add ord modNotesTx">
        <pc:chgData name="Ben David, Ofir" userId="b76e4e70-005d-40e3-8916-cc0c0e108fc2" providerId="ADAL" clId="{A2CC637E-8A9A-43D4-B903-8648B4231DFF}" dt="2026-06-25T17:10:14.876" v="3925"/>
        <pc:sldMkLst>
          <pc:docMk/>
          <pc:sldMk cId="362452834" sldId="277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softplus</c:v>
                </c:pt>
              </c:strCache>
            </c:strRef>
          </c:tx>
          <c:spPr>
            <a:ln w="38100" cap="flat">
              <a:solidFill>
                <a:srgbClr val="E8833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833A"/>
              </a:solidFill>
              <a:ln w="9525" cap="flat">
                <a:solidFill>
                  <a:srgbClr val="E8833A"/>
                </a:solidFill>
                <a:prstDash val="solid"/>
                <a:round/>
              </a:ln>
              <a:effectLst/>
            </c:spPr>
          </c:marker>
          <c:cat>
            <c:strRef>
              <c:f>Sheet1!$A$2:$A$22</c:f>
              <c:strCache>
                <c:ptCount val="21"/>
                <c:pt idx="0">
                  <c:v>-5.0</c:v>
                </c:pt>
                <c:pt idx="1">
                  <c:v>-4.5</c:v>
                </c:pt>
                <c:pt idx="2">
                  <c:v>-4.0</c:v>
                </c:pt>
                <c:pt idx="3">
                  <c:v>-3.5</c:v>
                </c:pt>
                <c:pt idx="4">
                  <c:v>-3.0</c:v>
                </c:pt>
                <c:pt idx="5">
                  <c:v>-2.5</c:v>
                </c:pt>
                <c:pt idx="6">
                  <c:v>-2.0</c:v>
                </c:pt>
                <c:pt idx="7">
                  <c:v>-1.5</c:v>
                </c:pt>
                <c:pt idx="8">
                  <c:v>-1.0</c:v>
                </c:pt>
                <c:pt idx="9">
                  <c:v>-0.5</c:v>
                </c:pt>
                <c:pt idx="10">
                  <c:v>0.0</c:v>
                </c:pt>
                <c:pt idx="11">
                  <c:v>0.5</c:v>
                </c:pt>
                <c:pt idx="12">
                  <c:v>1.0</c:v>
                </c:pt>
                <c:pt idx="13">
                  <c:v>1.5</c:v>
                </c:pt>
                <c:pt idx="14">
                  <c:v>2.0</c:v>
                </c:pt>
                <c:pt idx="15">
                  <c:v>2.5</c:v>
                </c:pt>
                <c:pt idx="16">
                  <c:v>3.0</c:v>
                </c:pt>
                <c:pt idx="17">
                  <c:v>3.5</c:v>
                </c:pt>
                <c:pt idx="18">
                  <c:v>4.0</c:v>
                </c:pt>
                <c:pt idx="19">
                  <c:v>4.5</c:v>
                </c:pt>
                <c:pt idx="20">
                  <c:v>5.0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6.7153484891179669E-3</c:v>
                </c:pt>
                <c:pt idx="1">
                  <c:v>1.1047744848593777E-2</c:v>
                </c:pt>
                <c:pt idx="2">
                  <c:v>1.8149927917809779E-2</c:v>
                </c:pt>
                <c:pt idx="3">
                  <c:v>2.9750418272620652E-2</c:v>
                </c:pt>
                <c:pt idx="4">
                  <c:v>4.8587351573741958E-2</c:v>
                </c:pt>
                <c:pt idx="5">
                  <c:v>7.8889734292549557E-2</c:v>
                </c:pt>
                <c:pt idx="6">
                  <c:v>0.1269280110429726</c:v>
                </c:pt>
                <c:pt idx="7">
                  <c:v>0.20141327798275246</c:v>
                </c:pt>
                <c:pt idx="8">
                  <c:v>0.31326168751822286</c:v>
                </c:pt>
                <c:pt idx="9">
                  <c:v>0.47407698418010669</c:v>
                </c:pt>
                <c:pt idx="10">
                  <c:v>0.69314718055994529</c:v>
                </c:pt>
                <c:pt idx="11">
                  <c:v>0.97407698418010669</c:v>
                </c:pt>
                <c:pt idx="12">
                  <c:v>1.3132616875182228</c:v>
                </c:pt>
                <c:pt idx="13">
                  <c:v>1.7014132779827524</c:v>
                </c:pt>
                <c:pt idx="14">
                  <c:v>2.1269280110429727</c:v>
                </c:pt>
                <c:pt idx="15">
                  <c:v>2.5788897342925496</c:v>
                </c:pt>
                <c:pt idx="16">
                  <c:v>3.0485873515737421</c:v>
                </c:pt>
                <c:pt idx="17">
                  <c:v>3.5297504182726205</c:v>
                </c:pt>
                <c:pt idx="18">
                  <c:v>4.0181499279178094</c:v>
                </c:pt>
                <c:pt idx="19">
                  <c:v>4.5110477448485939</c:v>
                </c:pt>
                <c:pt idx="20">
                  <c:v>5.0067153484891183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609-447B-A296-07985818EA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E6E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AF1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E6E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λ_oar effective</c:v>
                </c:pt>
              </c:strCache>
            </c:strRef>
          </c:tx>
          <c:spPr>
            <a:ln w="38100" cap="flat">
              <a:solidFill>
                <a:srgbClr val="E8833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833A"/>
              </a:solidFill>
              <a:ln w="9525" cap="flat">
                <a:solidFill>
                  <a:srgbClr val="E8833A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0.25</c:v>
                </c:pt>
                <c:pt idx="1">
                  <c:v>0.44</c:v>
                </c:pt>
                <c:pt idx="2">
                  <c:v>0.62</c:v>
                </c:pt>
                <c:pt idx="3">
                  <c:v>0.81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FA6-46B0-8253-7345A2846E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FC4C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000000000000001"/>
          <c:min val="0"/>
        </c:scaling>
        <c:delete val="0"/>
        <c:axPos val="l"/>
        <c:majorGridlines>
          <c:spPr>
            <a:ln w="6350" cap="flat">
              <a:solidFill>
                <a:srgbClr val="1C495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FC4C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E343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949CE5-6E44-4EC0-8218-989F4513387F}" type="datetimeFigureOut">
              <a:rPr lang="en-IL" smtClean="0"/>
              <a:t>25/06/2026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3245D7-5367-4A44-B809-CF778A34529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50013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en-US" dirty="0" err="1"/>
              <a:t>ברוכים</a:t>
            </a:r>
            <a:r>
              <a:rPr lang="en-US" dirty="0"/>
              <a:t> </a:t>
            </a:r>
            <a:r>
              <a:rPr lang="en-US" dirty="0" err="1"/>
              <a:t>הבאים</a:t>
            </a:r>
            <a:endParaRPr lang="he-IL" dirty="0"/>
          </a:p>
          <a:p>
            <a:pPr algn="r" rtl="1"/>
            <a:r>
              <a:rPr lang="en-US" dirty="0" err="1"/>
              <a:t>הפרויקט</a:t>
            </a:r>
            <a:r>
              <a:rPr lang="en-US" dirty="0"/>
              <a:t> הזה מאמן agent </a:t>
            </a:r>
            <a:r>
              <a:rPr lang="he-IL" dirty="0"/>
              <a:t> </a:t>
            </a:r>
            <a:r>
              <a:rPr lang="en-US" dirty="0" err="1"/>
              <a:t>של</a:t>
            </a:r>
            <a:r>
              <a:rPr lang="en-US" dirty="0"/>
              <a:t> reinforcement learning </a:t>
            </a:r>
            <a:r>
              <a:rPr lang="he-IL" dirty="0"/>
              <a:t> </a:t>
            </a:r>
            <a:r>
              <a:rPr lang="en-US" dirty="0" err="1"/>
              <a:t>שמתכנן</a:t>
            </a:r>
            <a:r>
              <a:rPr lang="en-US" dirty="0"/>
              <a:t> טיפול הקרנות (radiotherapy) </a:t>
            </a:r>
            <a:r>
              <a:rPr lang="he-IL" dirty="0"/>
              <a:t> </a:t>
            </a:r>
            <a:r>
              <a:rPr lang="en-US" dirty="0" err="1"/>
              <a:t>למטופלי</a:t>
            </a:r>
            <a:r>
              <a:rPr lang="en-US" dirty="0"/>
              <a:t> </a:t>
            </a:r>
            <a:r>
              <a:rPr lang="en-US" dirty="0" err="1"/>
              <a:t>סרטן</a:t>
            </a:r>
            <a:r>
              <a:rPr lang="en-US" dirty="0"/>
              <a:t> </a:t>
            </a:r>
            <a:r>
              <a:rPr lang="en-US" dirty="0" err="1"/>
              <a:t>ראש-צוואר</a:t>
            </a:r>
            <a:endParaRPr lang="he-IL" dirty="0"/>
          </a:p>
          <a:p>
            <a:pPr algn="r" rtl="1"/>
            <a:r>
              <a:rPr lang="en-US" dirty="0" err="1"/>
              <a:t>המטרה</a:t>
            </a:r>
            <a:r>
              <a:rPr lang="en-US" dirty="0"/>
              <a:t>: לבחור עוצמות קרן (beam intensities) </a:t>
            </a:r>
            <a:r>
              <a:rPr lang="he-IL" dirty="0"/>
              <a:t> </a:t>
            </a:r>
            <a:r>
              <a:rPr lang="en-US" dirty="0" err="1"/>
              <a:t>לאורך</a:t>
            </a:r>
            <a:r>
              <a:rPr lang="en-US" dirty="0"/>
              <a:t> 35 </a:t>
            </a:r>
            <a:r>
              <a:rPr lang="he-IL" dirty="0"/>
              <a:t> טיפולים </a:t>
            </a:r>
            <a:r>
              <a:rPr lang="en-US" dirty="0"/>
              <a:t> (fractions)</a:t>
            </a:r>
            <a:r>
              <a:rPr lang="he-IL" dirty="0"/>
              <a:t>,</a:t>
            </a:r>
            <a:r>
              <a:rPr lang="en-US" dirty="0"/>
              <a:t> כך שהגידול יקבל את המנה </a:t>
            </a:r>
            <a:r>
              <a:rPr lang="en-US" dirty="0" err="1"/>
              <a:t>שנקבעה</a:t>
            </a:r>
            <a:r>
              <a:rPr lang="en-US" dirty="0"/>
              <a:t> </a:t>
            </a:r>
            <a:r>
              <a:rPr lang="en-US" dirty="0" err="1"/>
              <a:t>ואיברים</a:t>
            </a:r>
            <a:r>
              <a:rPr lang="en-US" dirty="0"/>
              <a:t> קריטיים יישארו מתחת לסף הבטוח. </a:t>
            </a:r>
            <a:endParaRPr lang="he-IL" dirty="0"/>
          </a:p>
          <a:p>
            <a:pPr algn="r" rtl="1"/>
            <a:r>
              <a:rPr lang="en-US" dirty="0" err="1"/>
              <a:t>הבסיס</a:t>
            </a:r>
            <a:r>
              <a:rPr lang="en-US" dirty="0"/>
              <a:t> הוא דאטהסט OpenKBP, </a:t>
            </a:r>
            <a:r>
              <a:rPr lang="he-IL" dirty="0"/>
              <a:t> </a:t>
            </a:r>
            <a:r>
              <a:rPr lang="en-US" dirty="0" err="1"/>
              <a:t>מימוש</a:t>
            </a:r>
            <a:r>
              <a:rPr lang="en-US" dirty="0"/>
              <a:t> PPO </a:t>
            </a:r>
            <a:r>
              <a:rPr lang="he-IL" dirty="0"/>
              <a:t> </a:t>
            </a:r>
            <a:r>
              <a:rPr lang="en-US" dirty="0" err="1"/>
              <a:t>עצמאי</a:t>
            </a:r>
            <a:r>
              <a:rPr lang="en-US" dirty="0"/>
              <a:t> ו-actor-critic ב-PyTorch. </a:t>
            </a:r>
            <a:endParaRPr lang="he-IL" dirty="0"/>
          </a:p>
          <a:p>
            <a:pPr algn="r" rtl="1"/>
            <a:r>
              <a:rPr lang="en-US" dirty="0" err="1"/>
              <a:t>המסר</a:t>
            </a:r>
            <a:r>
              <a:rPr lang="en-US" dirty="0"/>
              <a:t> המרכזי: זו בעיה של קבלת החלטות לאורך זמן (sequential decision making) — בדיוק מה שמצדיק שימוש ב-RL ולא בלמידה מונחית רגילה.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5646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en-US" dirty="0"/>
              <a:t>נתאר את </a:t>
            </a:r>
            <a:r>
              <a:rPr lang="en-US" dirty="0" err="1"/>
              <a:t>הבעיה</a:t>
            </a:r>
            <a:r>
              <a:rPr lang="en-US" dirty="0"/>
              <a:t> </a:t>
            </a:r>
            <a:r>
              <a:rPr lang="en-US" dirty="0" err="1"/>
              <a:t>הקלינית</a:t>
            </a:r>
            <a:endParaRPr lang="en-US" dirty="0"/>
          </a:p>
          <a:p>
            <a:pPr algn="r" rtl="1"/>
            <a:r>
              <a:rPr lang="he-IL" dirty="0"/>
              <a:t>מכונה </a:t>
            </a:r>
            <a:r>
              <a:rPr lang="en-US" dirty="0" err="1"/>
              <a:t>יורה</a:t>
            </a:r>
            <a:r>
              <a:rPr lang="en-US" dirty="0"/>
              <a:t> ק</a:t>
            </a:r>
            <a:r>
              <a:rPr lang="he-IL" dirty="0" err="1"/>
              <a:t>רניים</a:t>
            </a:r>
            <a:r>
              <a:rPr lang="he-IL" dirty="0"/>
              <a:t> מ-9</a:t>
            </a:r>
            <a:r>
              <a:rPr lang="en-US" dirty="0"/>
              <a:t> </a:t>
            </a:r>
            <a:r>
              <a:rPr lang="en-US" dirty="0" err="1"/>
              <a:t>זוויות</a:t>
            </a:r>
            <a:r>
              <a:rPr lang="en-US" dirty="0"/>
              <a:t> </a:t>
            </a:r>
            <a:r>
              <a:rPr lang="he-IL" dirty="0"/>
              <a:t>שונות </a:t>
            </a:r>
            <a:r>
              <a:rPr lang="en-US" dirty="0" err="1"/>
              <a:t>סביב</a:t>
            </a:r>
            <a:r>
              <a:rPr lang="en-US" dirty="0"/>
              <a:t> </a:t>
            </a:r>
            <a:r>
              <a:rPr lang="en-US" dirty="0" err="1"/>
              <a:t>המטופל</a:t>
            </a:r>
            <a:r>
              <a:rPr lang="en-US" dirty="0"/>
              <a:t> </a:t>
            </a:r>
            <a:endParaRPr lang="he-IL" dirty="0"/>
          </a:p>
          <a:p>
            <a:pPr algn="r" rtl="1"/>
            <a:r>
              <a:rPr lang="en-US" dirty="0" err="1"/>
              <a:t>כל</a:t>
            </a:r>
            <a:r>
              <a:rPr lang="en-US" dirty="0"/>
              <a:t> קרן מחולקת לרשת </a:t>
            </a:r>
            <a:r>
              <a:rPr lang="en-US" dirty="0" err="1"/>
              <a:t>של</a:t>
            </a:r>
            <a:r>
              <a:rPr lang="en-US" dirty="0"/>
              <a:t> beamlets</a:t>
            </a:r>
            <a:r>
              <a:rPr lang="he-IL" dirty="0"/>
              <a:t> קרניים 16</a:t>
            </a:r>
            <a:r>
              <a:rPr lang="en-US" dirty="0"/>
              <a:t>X</a:t>
            </a:r>
            <a:r>
              <a:rPr lang="he-IL" dirty="0"/>
              <a:t>16</a:t>
            </a:r>
            <a:endParaRPr lang="en-US" dirty="0"/>
          </a:p>
          <a:p>
            <a:pPr algn="r" rtl="1"/>
            <a:r>
              <a:rPr lang="en-US" dirty="0" err="1"/>
              <a:t>סכום</a:t>
            </a:r>
            <a:r>
              <a:rPr lang="en-US" dirty="0"/>
              <a:t> ה-beamlets </a:t>
            </a:r>
            <a:r>
              <a:rPr lang="en-US" dirty="0" err="1"/>
              <a:t>יוצר</a:t>
            </a:r>
            <a:r>
              <a:rPr lang="en-US" dirty="0"/>
              <a:t> </a:t>
            </a:r>
            <a:r>
              <a:rPr lang="en-US" dirty="0" err="1"/>
              <a:t>התפלגות</a:t>
            </a:r>
            <a:r>
              <a:rPr lang="en-US" dirty="0"/>
              <a:t>(dose distribution) </a:t>
            </a:r>
            <a:r>
              <a:rPr lang="he-IL" dirty="0"/>
              <a:t> </a:t>
            </a:r>
            <a:r>
              <a:rPr lang="en-US" dirty="0" err="1"/>
              <a:t>תלת-ממדית</a:t>
            </a:r>
            <a:r>
              <a:rPr lang="en-US" dirty="0"/>
              <a:t> בגוף, </a:t>
            </a:r>
            <a:r>
              <a:rPr lang="en-US" dirty="0" err="1"/>
              <a:t>ביחידות</a:t>
            </a:r>
            <a:r>
              <a:rPr lang="en-US" dirty="0"/>
              <a:t> Gray</a:t>
            </a:r>
            <a:r>
              <a:rPr lang="he-IL" dirty="0"/>
              <a:t>. </a:t>
            </a:r>
            <a:endParaRPr lang="en-US" dirty="0"/>
          </a:p>
          <a:p>
            <a:pPr algn="r" rtl="1"/>
            <a:endParaRPr lang="he-IL" dirty="0"/>
          </a:p>
          <a:p>
            <a:pPr algn="r" rtl="1"/>
            <a:r>
              <a:rPr lang="en-US" dirty="0" err="1"/>
              <a:t>המתח</a:t>
            </a:r>
            <a:r>
              <a:rPr lang="en-US" dirty="0"/>
              <a:t> המרכזי: צריך לכסות את הגידול — </a:t>
            </a:r>
            <a:endParaRPr lang="he-IL" dirty="0"/>
          </a:p>
          <a:p>
            <a:pPr marL="171450" indent="-171450" algn="r" rtl="1">
              <a:buFontTx/>
              <a:buChar char="-"/>
            </a:pPr>
            <a:r>
              <a:rPr lang="en-US" dirty="0" err="1"/>
              <a:t>שלושת</a:t>
            </a:r>
            <a:r>
              <a:rPr lang="en-US" dirty="0"/>
              <a:t> ה-PTV צריכים להגיע ל-70, 63 ו-56 Gy — </a:t>
            </a:r>
            <a:endParaRPr lang="he-IL" dirty="0"/>
          </a:p>
          <a:p>
            <a:pPr marL="171450" indent="-171450" algn="r" rtl="1">
              <a:buFontTx/>
              <a:buChar char="-"/>
            </a:pPr>
            <a:r>
              <a:rPr lang="en-US" dirty="0" err="1"/>
              <a:t>ובו</a:t>
            </a:r>
            <a:r>
              <a:rPr lang="en-US" dirty="0"/>
              <a:t> זמנית לשמור על איברים קריטיים (OAR) </a:t>
            </a:r>
            <a:r>
              <a:rPr lang="he-IL" dirty="0"/>
              <a:t> </a:t>
            </a:r>
            <a:r>
              <a:rPr lang="en-US" dirty="0" err="1"/>
              <a:t>מתחת</a:t>
            </a:r>
            <a:r>
              <a:rPr lang="en-US" dirty="0"/>
              <a:t> ל</a:t>
            </a:r>
            <a:r>
              <a:rPr lang="he-IL" dirty="0" err="1"/>
              <a:t>טולרנס</a:t>
            </a:r>
            <a:r>
              <a:rPr lang="en-US" dirty="0"/>
              <a:t>: חוט שדרה מתחת ל-45, גזע מוח מתחת ל-54, בלוטות רוק מתחת ל-26. </a:t>
            </a:r>
            <a:endParaRPr lang="he-IL" dirty="0"/>
          </a:p>
          <a:p>
            <a:pPr marL="0" indent="0" algn="r" rtl="1">
              <a:buFontTx/>
              <a:buNone/>
            </a:pPr>
            <a:r>
              <a:rPr lang="en-US" dirty="0" err="1"/>
              <a:t>הקושי</a:t>
            </a:r>
            <a:r>
              <a:rPr lang="en-US" dirty="0"/>
              <a:t>: קרן שמגיעה לגידול בהכרח עוברת דרך רקמה בריאה, יש 2304 beamlets </a:t>
            </a:r>
            <a:r>
              <a:rPr lang="he-IL" dirty="0"/>
              <a:t> </a:t>
            </a:r>
            <a:r>
              <a:rPr lang="en-US" dirty="0" err="1"/>
              <a:t>לכל</a:t>
            </a:r>
            <a:r>
              <a:rPr lang="en-US" dirty="0"/>
              <a:t> fraction, </a:t>
            </a:r>
            <a:r>
              <a:rPr lang="he-IL" dirty="0"/>
              <a:t> </a:t>
            </a:r>
            <a:r>
              <a:rPr lang="en-US" dirty="0" err="1"/>
              <a:t>וצריך</a:t>
            </a:r>
            <a:r>
              <a:rPr lang="en-US" dirty="0"/>
              <a:t> לפרוס את המנה על פני 35 </a:t>
            </a:r>
            <a:r>
              <a:rPr lang="he-IL" dirty="0"/>
              <a:t> </a:t>
            </a:r>
            <a:r>
              <a:rPr lang="en-US" dirty="0" err="1"/>
              <a:t>טיפולים</a:t>
            </a:r>
            <a:r>
              <a:rPr lang="en-US" dirty="0"/>
              <a:t>. </a:t>
            </a:r>
            <a:endParaRPr lang="he-IL" dirty="0"/>
          </a:p>
          <a:p>
            <a:pPr marL="0" indent="0" algn="r" rtl="1">
              <a:buFontTx/>
              <a:buNone/>
            </a:pPr>
            <a:r>
              <a:rPr lang="en-US" dirty="0" err="1"/>
              <a:t>זו</a:t>
            </a:r>
            <a:r>
              <a:rPr lang="en-US" dirty="0"/>
              <a:t> </a:t>
            </a:r>
            <a:r>
              <a:rPr lang="en-US" dirty="0" err="1"/>
              <a:t>אופטימיזציה</a:t>
            </a:r>
            <a:r>
              <a:rPr lang="en-US" dirty="0"/>
              <a:t> </a:t>
            </a:r>
            <a:r>
              <a:rPr lang="he-IL" dirty="0"/>
              <a:t>מורכבת שכל מטופל הוא מקרה בפני עצמו.</a:t>
            </a:r>
          </a:p>
          <a:p>
            <a:pPr marL="0" indent="0" algn="r" rtl="1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9653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ניסוח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הבעיה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כ‑MDP (Markov Decision Process),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עם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תכונת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חוסר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הזיכרון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כלומר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לא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משנה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איך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הגענו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ל‑STATE,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אלא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רק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מה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ה‑STATE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ברגע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הנתון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he-IL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/>
              <a:t>ברמת ה </a:t>
            </a:r>
            <a:r>
              <a:rPr lang="en-US" dirty="0"/>
              <a:t>HIGH LEVEL</a:t>
            </a:r>
            <a:r>
              <a:rPr lang="he-IL" dirty="0"/>
              <a:t> </a:t>
            </a:r>
            <a:r>
              <a:rPr lang="he-IL" dirty="0" err="1"/>
              <a:t>המטודולוגיה</a:t>
            </a:r>
            <a:r>
              <a:rPr lang="he-IL" dirty="0"/>
              <a:t> עובדת כך:</a:t>
            </a:r>
          </a:p>
          <a:p>
            <a:pPr algn="r" rtl="1"/>
            <a:r>
              <a:rPr lang="he-IL" dirty="0"/>
              <a:t>לפי הנחת עולם </a:t>
            </a:r>
            <a:r>
              <a:rPr lang="en-US" dirty="0"/>
              <a:t>FULLY OBSERVABEL</a:t>
            </a:r>
            <a:endParaRPr lang="he-IL" dirty="0"/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/>
              <a:t>ה</a:t>
            </a:r>
            <a:r>
              <a:rPr lang="en-US" dirty="0"/>
              <a:t>AGENT</a:t>
            </a:r>
            <a:r>
              <a:rPr lang="he-IL" dirty="0"/>
              <a:t> – צופה ב</a:t>
            </a:r>
            <a:r>
              <a:rPr lang="en-US" dirty="0"/>
              <a:t>STATE</a:t>
            </a:r>
            <a:r>
              <a:rPr lang="he-IL" dirty="0"/>
              <a:t>, (שאומר בדיוק מה המצב של המטופל) ולפי </a:t>
            </a:r>
            <a:r>
              <a:rPr lang="he-IL" dirty="0" err="1"/>
              <a:t>הפוליסי</a:t>
            </a:r>
            <a:r>
              <a:rPr lang="he-IL" dirty="0"/>
              <a:t> הוא מחליט על </a:t>
            </a:r>
            <a:r>
              <a:rPr lang="en-US" dirty="0"/>
              <a:t>ACTION</a:t>
            </a:r>
            <a:r>
              <a:rPr lang="he-IL" dirty="0"/>
              <a:t> (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beamlet intensities</a:t>
            </a:r>
            <a:r>
              <a:rPr lang="he-IL" dirty="0"/>
              <a:t>),</a:t>
            </a:r>
          </a:p>
          <a:p>
            <a:pPr algn="r" rtl="1"/>
            <a:r>
              <a:rPr lang="he-IL" dirty="0"/>
              <a:t>זה משנה את הסביבה שמשפיע על ה</a:t>
            </a:r>
            <a:r>
              <a:rPr lang="en-US" dirty="0"/>
              <a:t>STATE </a:t>
            </a:r>
            <a:r>
              <a:rPr lang="he-IL" dirty="0"/>
              <a:t> הבא</a:t>
            </a:r>
          </a:p>
          <a:p>
            <a:pPr algn="r" rtl="1"/>
            <a:r>
              <a:rPr lang="he-IL" dirty="0"/>
              <a:t>וכמובן מקבל את ה</a:t>
            </a:r>
            <a:r>
              <a:rPr lang="en-US" dirty="0"/>
              <a:t>REWARD</a:t>
            </a:r>
            <a:r>
              <a:rPr lang="he-IL" dirty="0"/>
              <a:t> – שמשפיע על ה</a:t>
            </a:r>
            <a:r>
              <a:rPr lang="en-US" dirty="0"/>
              <a:t>POLICY</a:t>
            </a:r>
            <a:endParaRPr lang="he-IL" dirty="0"/>
          </a:p>
          <a:p>
            <a:pPr algn="r" rtl="1"/>
            <a:endParaRPr lang="he-IL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r>
              <a:rPr lang="he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הריוורד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הוא ערך מספרי בודד שכל מטרות הפרויקט נכנסות בו, גם חשיפה של הגידול וגם הגנה על </a:t>
            </a:r>
            <a:r>
              <a:rPr lang="he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האיבירם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החיוניים, נראה בהמשך מתמודדים עם זה</a:t>
            </a:r>
          </a:p>
          <a:p>
            <a:pPr algn="r" rtl="1"/>
            <a:endParaRPr lang="en-US" dirty="0"/>
          </a:p>
          <a:p>
            <a:pPr algn="r" rtl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57630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בשלב ה-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PREPROCESS 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הופכים את קובצי ה-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CSV 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הגולמיים של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OpenKBP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he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לטנסורים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בגודל קבוע.</a:t>
            </a:r>
          </a:p>
          <a:p>
            <a:pPr algn="r" rtl="1"/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עבור כל מטופל משתמשים ב:</a:t>
            </a:r>
          </a:p>
          <a:p>
            <a:pPr algn="r" rtl="1"/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SimpleITK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 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כדי לעבור לייצוג תלת-ממדי.</a:t>
            </a:r>
          </a:p>
          <a:p>
            <a:pPr algn="r" rtl="1"/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pyRadPlan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 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חבילת קוד פתוח שמזינים לה את ה-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CT 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ואת ה-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structures (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המבנים), ומקבלים מטריצה של כל ה-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Beamlets 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על פני כל ה-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Voxels, 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שבה כל תא אומר מה גודל ההשפעה)  מטריצת ההשפעה.</a:t>
            </a:r>
          </a:p>
          <a:p>
            <a:pPr algn="r" rtl="1"/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 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 ה-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 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הוא ה-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intensities, 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וכאשר מכפילים אותו ב-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DIM 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הוא הופך ל-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DOSE.</a:t>
            </a:r>
          </a:p>
          <a:p>
            <a:pPr algn="r" rtl="1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34494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en-US" dirty="0"/>
              <a:t>ה-state הוא מה </a:t>
            </a:r>
            <a:r>
              <a:rPr lang="en-US" dirty="0" err="1"/>
              <a:t>שה</a:t>
            </a:r>
            <a:r>
              <a:rPr lang="en-US" dirty="0"/>
              <a:t>-agent </a:t>
            </a:r>
            <a:r>
              <a:rPr lang="en-US" dirty="0" err="1"/>
              <a:t>רוא</a:t>
            </a:r>
            <a:r>
              <a:rPr lang="he-IL" dirty="0"/>
              <a:t>ה - שזה המצב האמיתי</a:t>
            </a:r>
            <a:r>
              <a:rPr lang="en-US" dirty="0"/>
              <a:t> </a:t>
            </a:r>
            <a:endParaRPr lang="he-IL" dirty="0"/>
          </a:p>
          <a:p>
            <a:pPr algn="r" rtl="1"/>
            <a:r>
              <a:rPr lang="en-US" dirty="0" err="1"/>
              <a:t>נפח</a:t>
            </a:r>
            <a:r>
              <a:rPr lang="en-US" dirty="0"/>
              <a:t> תלת-ממדי בן 11 </a:t>
            </a:r>
            <a:r>
              <a:rPr lang="he-IL" dirty="0"/>
              <a:t> </a:t>
            </a:r>
            <a:r>
              <a:rPr lang="en-US" dirty="0" err="1"/>
              <a:t>ערוצים</a:t>
            </a:r>
            <a:r>
              <a:rPr lang="en-US" dirty="0"/>
              <a:t> בגודל 64 </a:t>
            </a:r>
            <a:r>
              <a:rPr lang="he-IL" dirty="0"/>
              <a:t> </a:t>
            </a:r>
            <a:r>
              <a:rPr lang="en-US" dirty="0" err="1"/>
              <a:t>בשלישית</a:t>
            </a:r>
            <a:r>
              <a:rPr lang="en-US" dirty="0"/>
              <a:t>, </a:t>
            </a:r>
            <a:r>
              <a:rPr lang="he-IL" dirty="0"/>
              <a:t>כלומר תלת </a:t>
            </a:r>
            <a:r>
              <a:rPr lang="he-IL" dirty="0" err="1"/>
              <a:t>מימדי</a:t>
            </a:r>
            <a:r>
              <a:rPr lang="he-IL" dirty="0"/>
              <a:t> </a:t>
            </a:r>
            <a:r>
              <a:rPr lang="en-US" dirty="0" err="1"/>
              <a:t>ועוד</a:t>
            </a:r>
            <a:r>
              <a:rPr lang="en-US" dirty="0"/>
              <a:t> סקלר. </a:t>
            </a:r>
            <a:endParaRPr lang="he-IL" dirty="0"/>
          </a:p>
          <a:p>
            <a:pPr algn="r" rtl="1"/>
            <a:r>
              <a:rPr lang="en-US" dirty="0" err="1"/>
              <a:t>ערוץ</a:t>
            </a:r>
            <a:r>
              <a:rPr lang="en-US" dirty="0"/>
              <a:t> 0 </a:t>
            </a:r>
            <a:r>
              <a:rPr lang="he-IL" dirty="0"/>
              <a:t> </a:t>
            </a:r>
            <a:r>
              <a:rPr lang="en-US" dirty="0" err="1"/>
              <a:t>הוא</a:t>
            </a:r>
            <a:r>
              <a:rPr lang="en-US" dirty="0"/>
              <a:t> סריקת ה-CT </a:t>
            </a:r>
            <a:r>
              <a:rPr lang="he-IL" dirty="0"/>
              <a:t> </a:t>
            </a:r>
            <a:r>
              <a:rPr lang="en-US" dirty="0" err="1"/>
              <a:t>המנורמלת</a:t>
            </a:r>
            <a:r>
              <a:rPr lang="en-US" dirty="0"/>
              <a:t> — האנטומיה. </a:t>
            </a:r>
            <a:r>
              <a:rPr lang="he-IL" dirty="0"/>
              <a:t> המבנה של המטופל.</a:t>
            </a:r>
          </a:p>
          <a:p>
            <a:pPr algn="r" rtl="1"/>
            <a:r>
              <a:rPr lang="en-US" dirty="0" err="1"/>
              <a:t>ערוצים</a:t>
            </a:r>
            <a:r>
              <a:rPr lang="en-US" dirty="0"/>
              <a:t> 1  </a:t>
            </a:r>
            <a:r>
              <a:rPr lang="en-US" dirty="0" err="1"/>
              <a:t>עד</a:t>
            </a:r>
            <a:r>
              <a:rPr lang="en-US" dirty="0"/>
              <a:t> 8 </a:t>
            </a:r>
            <a:r>
              <a:rPr lang="he-IL" dirty="0"/>
              <a:t> </a:t>
            </a:r>
            <a:r>
              <a:rPr lang="en-US" dirty="0" err="1"/>
              <a:t>הם</a:t>
            </a:r>
            <a:r>
              <a:rPr lang="en-US" dirty="0"/>
              <a:t> </a:t>
            </a:r>
            <a:r>
              <a:rPr lang="en-US" dirty="0" err="1"/>
              <a:t>מסכות</a:t>
            </a:r>
            <a:r>
              <a:rPr lang="en-US" dirty="0"/>
              <a:t> </a:t>
            </a:r>
            <a:r>
              <a:rPr lang="he-IL" dirty="0"/>
              <a:t>התלת </a:t>
            </a:r>
            <a:r>
              <a:rPr lang="he-IL" dirty="0" err="1"/>
              <a:t>מימדיות</a:t>
            </a:r>
            <a:r>
              <a:rPr lang="he-IL" dirty="0"/>
              <a:t> של האיברים</a:t>
            </a:r>
            <a:r>
              <a:rPr lang="en-US" dirty="0"/>
              <a:t> — שלושה PTV </a:t>
            </a:r>
            <a:r>
              <a:rPr lang="he-IL" dirty="0"/>
              <a:t> </a:t>
            </a:r>
            <a:r>
              <a:rPr lang="en-US" dirty="0" err="1"/>
              <a:t>וחמישה</a:t>
            </a:r>
            <a:r>
              <a:rPr lang="en-US" dirty="0"/>
              <a:t> OAR — </a:t>
            </a:r>
            <a:r>
              <a:rPr lang="he-IL" dirty="0"/>
              <a:t> </a:t>
            </a:r>
            <a:r>
              <a:rPr lang="en-US" dirty="0"/>
              <a:t>שאומרים איפה הגידול ואיפה האיברים הקריטיים. </a:t>
            </a:r>
            <a:endParaRPr lang="he-IL" dirty="0"/>
          </a:p>
          <a:p>
            <a:pPr algn="r" rtl="1"/>
            <a:r>
              <a:rPr lang="en-US" dirty="0" err="1"/>
              <a:t>שני</a:t>
            </a:r>
            <a:r>
              <a:rPr lang="en-US" dirty="0"/>
              <a:t> הערוצים המודגשים הם הלב: ערוץ 9 </a:t>
            </a:r>
            <a:r>
              <a:rPr lang="he-IL" dirty="0"/>
              <a:t> </a:t>
            </a:r>
            <a:r>
              <a:rPr lang="en-US" dirty="0" err="1"/>
              <a:t>הוא</a:t>
            </a:r>
            <a:r>
              <a:rPr lang="en-US" dirty="0"/>
              <a:t> המנה המצטברת עד כה, וערוץ 10 הוא פער המנה ל-PTV, כלומר כמה עוד צריך לתת. </a:t>
            </a:r>
            <a:endParaRPr lang="he-IL" dirty="0"/>
          </a:p>
          <a:p>
            <a:pPr algn="r" rtl="1"/>
            <a:r>
              <a:rPr lang="en-US" dirty="0" err="1"/>
              <a:t>ערוץ</a:t>
            </a:r>
            <a:r>
              <a:rPr lang="en-US" dirty="0"/>
              <a:t> 11 הוא מפת מסלולי </a:t>
            </a:r>
            <a:r>
              <a:rPr lang="en-US" dirty="0" err="1"/>
              <a:t>הקרן</a:t>
            </a:r>
            <a:r>
              <a:rPr lang="en-US" dirty="0"/>
              <a:t>,</a:t>
            </a:r>
            <a:r>
              <a:rPr lang="he-IL" dirty="0"/>
              <a:t>- כלומר האם ניתן להגיע לאות </a:t>
            </a:r>
            <a:r>
              <a:rPr lang="en-US" dirty="0"/>
              <a:t>VOXAL </a:t>
            </a:r>
            <a:r>
              <a:rPr lang="he-IL" dirty="0"/>
              <a:t> באמצעות אחת הקרניים </a:t>
            </a:r>
          </a:p>
          <a:p>
            <a:pPr algn="r" rtl="1"/>
            <a:r>
              <a:rPr lang="en-US" dirty="0" err="1"/>
              <a:t>והסקלר</a:t>
            </a:r>
            <a:r>
              <a:rPr lang="en-US" dirty="0"/>
              <a:t> הוא </a:t>
            </a:r>
            <a:r>
              <a:rPr lang="en-US" dirty="0" err="1"/>
              <a:t>ההתקדמות</a:t>
            </a:r>
            <a:r>
              <a:rPr lang="en-US" dirty="0"/>
              <a:t> ב</a:t>
            </a:r>
            <a:r>
              <a:rPr lang="he-IL" dirty="0"/>
              <a:t>טיפול</a:t>
            </a:r>
            <a:r>
              <a:rPr lang="en-US" dirty="0"/>
              <a:t>, fraction חלקי 35. </a:t>
            </a:r>
            <a:endParaRPr lang="he-IL" dirty="0"/>
          </a:p>
          <a:p>
            <a:pPr algn="r" rtl="1"/>
            <a:endParaRPr lang="he-IL" dirty="0"/>
          </a:p>
          <a:p>
            <a:pPr algn="r" rtl="1"/>
            <a:r>
              <a:rPr lang="en-US" dirty="0" err="1"/>
              <a:t>על</a:t>
            </a:r>
            <a:r>
              <a:rPr lang="en-US" dirty="0"/>
              <a:t> ידי </a:t>
            </a:r>
            <a:r>
              <a:rPr lang="en-US" dirty="0" err="1"/>
              <a:t>הזנת</a:t>
            </a:r>
            <a:r>
              <a:rPr lang="en-US" dirty="0"/>
              <a:t> </a:t>
            </a:r>
            <a:r>
              <a:rPr lang="en-US" dirty="0" err="1"/>
              <a:t>הCHANNEL</a:t>
            </a:r>
            <a:r>
              <a:rPr lang="he-IL" dirty="0"/>
              <a:t> </a:t>
            </a:r>
            <a:r>
              <a:rPr lang="en-US" dirty="0"/>
              <a:t> </a:t>
            </a:r>
            <a:r>
              <a:rPr lang="he-IL" dirty="0"/>
              <a:t>של כמות מצטברת </a:t>
            </a:r>
            <a:r>
              <a:rPr lang="en-US" dirty="0" err="1"/>
              <a:t>והפער</a:t>
            </a:r>
            <a:r>
              <a:rPr lang="en-US" dirty="0"/>
              <a:t> הנותר אל תוך ה-state, הופכים אותו ל-Markovian — כל החלטה תלויה רק במצב הנוכחי ולא בכל ההיסטוריה.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52140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לאחר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שיצרנו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12 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ה-channels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CNNEncoder3D 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עם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 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שכבות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קונבולוציה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מייצר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וקטור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במרחב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הלטנטי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עשיר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במידע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סמנטי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בגודל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12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כאשר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הרכיב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ה-129 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הוא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ה-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fraction_progress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IL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ארכיטקטורת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ה-agent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היא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actor-critic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כמו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שלמדנו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algn="r" rtl="1"/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ה-actor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הוא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MLP 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בן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שתי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שכבות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שמוציא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mu 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לכל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beamlet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עבור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כל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STATE. ה-STD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הוא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גלובלי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ונלמד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ויחד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הם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נותנים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התפלגות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נורמלית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algn="r" rtl="1"/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ה-critic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הוא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MLP 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נפרד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שחוזה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את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ה-CUMULATIVE (discounted) value 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מה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-STATE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הנוכחי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כלומר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משתמש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בגאמא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FUTURE REWARD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algn="r" rtl="1"/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לאחר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מכן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ה-V(s) 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מוזן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לחישוב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ה-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ADVANTAGE 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דרך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GAE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לטובת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ה-ACTOR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ותיקון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הפוליסי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כלומר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כמה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ה-return 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האמ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י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תי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בפועל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היה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טוב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לעומת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מה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שה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-critic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ניבא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algn="r" rtl="1"/>
            <a:endParaRPr lang="he-IL" dirty="0"/>
          </a:p>
          <a:p>
            <a:pPr algn="r" rtl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50860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ה-action </a:t>
            </a:r>
            <a:r>
              <a:rPr lang="en-US" dirty="0" err="1"/>
              <a:t>הוא</a:t>
            </a:r>
            <a:r>
              <a:rPr lang="he-IL" dirty="0"/>
              <a:t> מפת</a:t>
            </a:r>
            <a:r>
              <a:rPr lang="en-US" dirty="0"/>
              <a:t> </a:t>
            </a:r>
            <a:r>
              <a:rPr lang="en-US" dirty="0" err="1"/>
              <a:t>עוצמות</a:t>
            </a:r>
            <a:r>
              <a:rPr lang="en-US" dirty="0"/>
              <a:t> ה-beamlets </a:t>
            </a:r>
            <a:r>
              <a:rPr lang="he-IL" dirty="0"/>
              <a:t> </a:t>
            </a:r>
            <a:r>
              <a:rPr lang="en-US" dirty="0" err="1"/>
              <a:t>עבור</a:t>
            </a:r>
            <a:r>
              <a:rPr lang="en-US" dirty="0"/>
              <a:t> </a:t>
            </a:r>
            <a:r>
              <a:rPr lang="he-IL" dirty="0"/>
              <a:t>כל</a:t>
            </a:r>
            <a:r>
              <a:rPr lang="en-US" dirty="0"/>
              <a:t>fraction </a:t>
            </a:r>
            <a:r>
              <a:rPr lang="he-IL" dirty="0"/>
              <a:t> - </a:t>
            </a:r>
            <a:r>
              <a:rPr lang="en-US" dirty="0"/>
              <a:t>2304 beamlets</a:t>
            </a:r>
            <a:r>
              <a:rPr lang="he-IL" dirty="0"/>
              <a:t> בגלל </a:t>
            </a:r>
            <a:r>
              <a:rPr lang="en-US" dirty="0"/>
              <a:t>16x16x9</a:t>
            </a:r>
            <a:endParaRPr lang="he-IL" dirty="0"/>
          </a:p>
          <a:p>
            <a:pPr algn="r" rtl="1"/>
            <a:endParaRPr lang="he-IL" dirty="0"/>
          </a:p>
          <a:p>
            <a:pPr algn="r" rtl="1"/>
            <a:r>
              <a:rPr lang="en-US" dirty="0" err="1"/>
              <a:t>הפעולה</a:t>
            </a:r>
            <a:r>
              <a:rPr lang="en-US" dirty="0"/>
              <a:t> חייבת להיות אי-שלילית — אי אפשר לירות הקרנה שלילית. </a:t>
            </a:r>
            <a:endParaRPr lang="he-IL" dirty="0"/>
          </a:p>
          <a:p>
            <a:pPr algn="r" rtl="1"/>
            <a:r>
              <a:rPr lang="en-US" dirty="0"/>
              <a:t>ה-actor מוציא </a:t>
            </a:r>
            <a:r>
              <a:rPr lang="en-US" dirty="0" err="1"/>
              <a:t>התפלגות</a:t>
            </a:r>
            <a:r>
              <a:rPr lang="en-US" dirty="0"/>
              <a:t> </a:t>
            </a:r>
            <a:r>
              <a:rPr lang="he-IL" dirty="0"/>
              <a:t>נורמלית</a:t>
            </a:r>
            <a:r>
              <a:rPr lang="en-US" dirty="0"/>
              <a:t> ופונקציית </a:t>
            </a:r>
            <a:r>
              <a:rPr lang="en-US" dirty="0" err="1"/>
              <a:t>softplus</a:t>
            </a:r>
            <a:r>
              <a:rPr lang="en-US" dirty="0"/>
              <a:t> </a:t>
            </a:r>
            <a:r>
              <a:rPr lang="he-IL" dirty="0"/>
              <a:t> </a:t>
            </a:r>
            <a:r>
              <a:rPr lang="en-US" dirty="0" err="1"/>
              <a:t>ממפה</a:t>
            </a:r>
            <a:r>
              <a:rPr lang="en-US" dirty="0"/>
              <a:t> דגימה </a:t>
            </a:r>
            <a:r>
              <a:rPr lang="en-US" dirty="0" err="1"/>
              <a:t>לעוצמה</a:t>
            </a:r>
            <a:r>
              <a:rPr lang="en-US" dirty="0"/>
              <a:t> </a:t>
            </a:r>
            <a:r>
              <a:rPr lang="en-US" dirty="0" err="1"/>
              <a:t>אי-שלילית</a:t>
            </a:r>
            <a:r>
              <a:rPr lang="en-US" dirty="0"/>
              <a:t> </a:t>
            </a:r>
            <a:endParaRPr lang="he-IL" dirty="0"/>
          </a:p>
          <a:p>
            <a:pPr algn="r" rtl="1"/>
            <a:endParaRPr lang="he-IL" dirty="0"/>
          </a:p>
          <a:p>
            <a:pPr algn="r" rtl="1"/>
            <a:r>
              <a:rPr lang="en-US" dirty="0" err="1"/>
              <a:t>למה</a:t>
            </a:r>
            <a:r>
              <a:rPr lang="en-US" dirty="0"/>
              <a:t> </a:t>
            </a:r>
            <a:r>
              <a:rPr lang="en-US" dirty="0" err="1"/>
              <a:t>softplus</a:t>
            </a:r>
            <a:r>
              <a:rPr lang="en-US" dirty="0"/>
              <a:t> </a:t>
            </a:r>
            <a:r>
              <a:rPr lang="he-IL" dirty="0"/>
              <a:t> </a:t>
            </a:r>
            <a:r>
              <a:rPr lang="en-US" dirty="0" err="1"/>
              <a:t>ולא</a:t>
            </a:r>
            <a:r>
              <a:rPr lang="en-US" dirty="0"/>
              <a:t> </a:t>
            </a:r>
            <a:r>
              <a:rPr lang="en-US" dirty="0" err="1"/>
              <a:t>ReLU</a:t>
            </a:r>
            <a:r>
              <a:rPr lang="en-US" dirty="0"/>
              <a:t>  </a:t>
            </a:r>
            <a:r>
              <a:rPr lang="he-IL" dirty="0"/>
              <a:t> לדוגמא, </a:t>
            </a:r>
            <a:r>
              <a:rPr lang="en-US" dirty="0" err="1"/>
              <a:t>כי</a:t>
            </a:r>
            <a:r>
              <a:rPr lang="en-US" dirty="0"/>
              <a:t> </a:t>
            </a:r>
            <a:r>
              <a:rPr lang="en-US" dirty="0" err="1"/>
              <a:t>softplus</a:t>
            </a:r>
            <a:r>
              <a:rPr lang="en-US" dirty="0"/>
              <a:t> </a:t>
            </a:r>
            <a:r>
              <a:rPr lang="he-IL" dirty="0"/>
              <a:t> </a:t>
            </a:r>
            <a:r>
              <a:rPr lang="en-US" dirty="0" err="1"/>
              <a:t>חלקה</a:t>
            </a:r>
            <a:r>
              <a:rPr lang="en-US" dirty="0"/>
              <a:t> וגזירה בכל נקודה, מה שנותן policy gradients </a:t>
            </a:r>
            <a:r>
              <a:rPr lang="he-IL" dirty="0"/>
              <a:t> </a:t>
            </a:r>
            <a:r>
              <a:rPr lang="en-US" dirty="0" err="1"/>
              <a:t>יציבים</a:t>
            </a:r>
            <a:r>
              <a:rPr lang="en-US" dirty="0"/>
              <a:t> ולעולם לא מאפס לחלוטין את הגרדיאנט של beamlet. </a:t>
            </a:r>
            <a:endParaRPr lang="he-IL" dirty="0"/>
          </a:p>
          <a:p>
            <a:pPr algn="r" rtl="1"/>
            <a:r>
              <a:rPr lang="he-IL" dirty="0"/>
              <a:t>לדוגמא עם ערך של מינוס אחד ה</a:t>
            </a:r>
            <a:r>
              <a:rPr lang="en-US" dirty="0" err="1"/>
              <a:t>ReLu</a:t>
            </a:r>
            <a:r>
              <a:rPr lang="he-IL" dirty="0"/>
              <a:t> </a:t>
            </a:r>
            <a:r>
              <a:rPr lang="he-IL" dirty="0" err="1"/>
              <a:t>יתן</a:t>
            </a:r>
            <a:r>
              <a:rPr lang="he-IL" dirty="0"/>
              <a:t> </a:t>
            </a:r>
            <a:r>
              <a:rPr lang="en-US" dirty="0"/>
              <a:t>Intensity</a:t>
            </a:r>
            <a:r>
              <a:rPr lang="he-IL" dirty="0"/>
              <a:t> של 0 ומודל יתקע ב- לא עונש ולא </a:t>
            </a:r>
            <a:r>
              <a:rPr lang="en-US" dirty="0"/>
              <a:t>Reward</a:t>
            </a:r>
            <a:r>
              <a:rPr lang="he-IL" dirty="0"/>
              <a:t>, לעומת </a:t>
            </a:r>
            <a:r>
              <a:rPr lang="en-US" dirty="0"/>
              <a:t>-softplus של מינוס אחד הוא בערך 0.31 </a:t>
            </a:r>
            <a:r>
              <a:rPr lang="he-IL" dirty="0"/>
              <a:t>  </a:t>
            </a:r>
            <a:r>
              <a:rPr lang="en-US" dirty="0" err="1"/>
              <a:t>כך</a:t>
            </a:r>
            <a:r>
              <a:rPr lang="he-IL" dirty="0"/>
              <a:t> שה-</a:t>
            </a:r>
            <a:r>
              <a:rPr lang="en-US" dirty="0"/>
              <a:t> PPO מרגיש את הגרדיאנט של ה-trade-off לשני </a:t>
            </a:r>
            <a:r>
              <a:rPr lang="en-US" dirty="0" err="1"/>
              <a:t>הכיוונים</a:t>
            </a:r>
            <a:r>
              <a:rPr lang="en-US" dirty="0"/>
              <a:t>,</a:t>
            </a:r>
            <a:r>
              <a:rPr lang="he-IL" dirty="0"/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שמרחיקה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אותנו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מהאופטימום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המקומי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לא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לעשות</a:t>
            </a:r>
            <a:r>
              <a:rPr lang="en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כלום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40842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השפעה על ה</a:t>
            </a:r>
            <a:r>
              <a:rPr lang="en-US" dirty="0" err="1"/>
              <a:t>סביבה</a:t>
            </a:r>
            <a:r>
              <a:rPr lang="en-US" dirty="0"/>
              <a:t>: </a:t>
            </a:r>
            <a:r>
              <a:rPr lang="en-US" dirty="0" err="1"/>
              <a:t>כל</a:t>
            </a:r>
            <a:r>
              <a:rPr lang="en-US" dirty="0"/>
              <a:t> STEP</a:t>
            </a:r>
            <a:r>
              <a:rPr lang="he-IL" dirty="0"/>
              <a:t> שזה </a:t>
            </a:r>
            <a:r>
              <a:rPr lang="en-US" dirty="0"/>
              <a:t>FRACTION</a:t>
            </a:r>
            <a:r>
              <a:rPr lang="he-IL" dirty="0"/>
              <a:t>, </a:t>
            </a:r>
            <a:r>
              <a:rPr lang="en-US" dirty="0" err="1"/>
              <a:t>הדינמיקה</a:t>
            </a:r>
            <a:r>
              <a:rPr lang="en-US" dirty="0"/>
              <a:t> היא </a:t>
            </a:r>
            <a:r>
              <a:rPr lang="en-US" dirty="0" err="1"/>
              <a:t>פיזיקה</a:t>
            </a:r>
            <a:r>
              <a:rPr lang="en-US" dirty="0"/>
              <a:t> </a:t>
            </a:r>
            <a:r>
              <a:rPr lang="en-US" dirty="0" err="1"/>
              <a:t>לינארית</a:t>
            </a:r>
            <a:r>
              <a:rPr lang="he-IL" dirty="0"/>
              <a:t> של</a:t>
            </a:r>
            <a:r>
              <a:rPr lang="en-US" dirty="0"/>
              <a:t> </a:t>
            </a:r>
            <a:r>
              <a:rPr lang="en-US" dirty="0" err="1"/>
              <a:t>צבירה</a:t>
            </a:r>
            <a:r>
              <a:rPr lang="en-US" dirty="0"/>
              <a:t>.</a:t>
            </a:r>
            <a:endParaRPr lang="he-IL" dirty="0"/>
          </a:p>
          <a:p>
            <a:pPr algn="r" rtl="1"/>
            <a:r>
              <a:rPr lang="en-US" dirty="0" err="1"/>
              <a:t>התהליך</a:t>
            </a:r>
            <a:r>
              <a:rPr lang="en-US" dirty="0"/>
              <a:t>: לוקחים את </a:t>
            </a:r>
            <a:r>
              <a:rPr lang="en-US" dirty="0" err="1"/>
              <a:t>הפעולה</a:t>
            </a:r>
            <a:r>
              <a:rPr lang="en-US" dirty="0"/>
              <a:t> a</a:t>
            </a:r>
            <a:r>
              <a:rPr lang="he-IL" dirty="0"/>
              <a:t>, </a:t>
            </a:r>
            <a:r>
              <a:rPr lang="en-US" dirty="0" err="1"/>
              <a:t>מכפילים</a:t>
            </a:r>
            <a:r>
              <a:rPr lang="en-US" dirty="0"/>
              <a:t> DIM </a:t>
            </a:r>
            <a:r>
              <a:rPr lang="he-IL" dirty="0"/>
              <a:t>ומקבלים </a:t>
            </a:r>
            <a:r>
              <a:rPr lang="en-US" dirty="0"/>
              <a:t>DOSE</a:t>
            </a:r>
            <a:r>
              <a:rPr lang="he-IL" dirty="0"/>
              <a:t> </a:t>
            </a:r>
            <a:r>
              <a:rPr lang="en-US" dirty="0"/>
              <a:t> </a:t>
            </a:r>
            <a:r>
              <a:rPr lang="en-US" dirty="0" err="1"/>
              <a:t>לכל</a:t>
            </a:r>
            <a:r>
              <a:rPr lang="en-US" dirty="0"/>
              <a:t> voxel</a:t>
            </a:r>
            <a:r>
              <a:rPr lang="he-IL" dirty="0"/>
              <a:t>, </a:t>
            </a:r>
            <a:r>
              <a:rPr lang="en-US" dirty="0"/>
              <a:t> מכפילים במסכת </a:t>
            </a:r>
            <a:r>
              <a:rPr lang="en-US" dirty="0" err="1"/>
              <a:t>הגוף</a:t>
            </a:r>
            <a:r>
              <a:rPr lang="en-US" dirty="0"/>
              <a:t> </a:t>
            </a:r>
            <a:r>
              <a:rPr lang="he-IL" dirty="0"/>
              <a:t>,</a:t>
            </a:r>
            <a:r>
              <a:rPr lang="en-US" dirty="0"/>
              <a:t> חותכים כל voxel ל-3 Gy לכל היותר, ומוסיפים למנה המצטברת תוך קידום מונה ה-fraction. </a:t>
            </a:r>
            <a:endParaRPr lang="he-IL" dirty="0"/>
          </a:p>
          <a:p>
            <a:pPr algn="r" rtl="1"/>
            <a:r>
              <a:rPr lang="en-US" dirty="0" err="1"/>
              <a:t>הנקודה</a:t>
            </a:r>
            <a:r>
              <a:rPr lang="en-US" dirty="0"/>
              <a:t> הקריטית, שמודגשת בכתום: ה-cap הפיזיקלי של 3 Gy לכל voxel ב-fraction אומר שה-agent לא יכול לפתור את כל התוכנית </a:t>
            </a:r>
            <a:r>
              <a:rPr lang="en-US" dirty="0" err="1"/>
              <a:t>במכה</a:t>
            </a:r>
            <a:r>
              <a:rPr lang="en-US" dirty="0"/>
              <a:t> </a:t>
            </a:r>
            <a:r>
              <a:rPr lang="en-US" dirty="0" err="1"/>
              <a:t>אחת</a:t>
            </a:r>
            <a:r>
              <a:rPr lang="he-IL" dirty="0"/>
              <a:t>, </a:t>
            </a:r>
            <a:r>
              <a:rPr lang="en-US" dirty="0" err="1"/>
              <a:t>הוא</a:t>
            </a:r>
            <a:r>
              <a:rPr lang="en-US" dirty="0"/>
              <a:t> חייב לפרוס את המנה על פני 35 </a:t>
            </a:r>
            <a:r>
              <a:rPr lang="en-US" dirty="0" err="1"/>
              <a:t>הטיפולים</a:t>
            </a:r>
            <a:r>
              <a:rPr lang="he-IL" dirty="0"/>
              <a:t>.</a:t>
            </a:r>
            <a:endParaRPr lang="en-US" dirty="0"/>
          </a:p>
          <a:p>
            <a:pPr algn="r" rtl="1"/>
            <a:endParaRPr lang="en-US" dirty="0"/>
          </a:p>
          <a:p>
            <a:pPr algn="r" rtl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23384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Exploration vs. Exploitation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algn="r" rtl="1"/>
            <a:r>
              <a:rPr lang="en-US" dirty="0" err="1"/>
              <a:t>אותו</a:t>
            </a:r>
            <a:r>
              <a:rPr lang="en-US" dirty="0"/>
              <a:t> policy network </a:t>
            </a:r>
            <a:r>
              <a:rPr lang="he-IL" dirty="0"/>
              <a:t> </a:t>
            </a:r>
            <a:r>
              <a:rPr lang="en-US" dirty="0" err="1"/>
              <a:t>נדגם</a:t>
            </a:r>
            <a:r>
              <a:rPr lang="en-US" dirty="0"/>
              <a:t> בשתי דרכים </a:t>
            </a:r>
            <a:r>
              <a:rPr lang="en-US" dirty="0" err="1"/>
              <a:t>שונות</a:t>
            </a:r>
            <a:r>
              <a:rPr lang="en-US" dirty="0"/>
              <a:t>,</a:t>
            </a:r>
          </a:p>
          <a:p>
            <a:pPr algn="r" rtl="1"/>
            <a:r>
              <a:rPr lang="en-US" dirty="0" err="1"/>
              <a:t>בזמן</a:t>
            </a:r>
            <a:r>
              <a:rPr lang="en-US" dirty="0"/>
              <a:t> אימון, </a:t>
            </a:r>
            <a:r>
              <a:rPr lang="en-US" sz="1200" b="1" dirty="0">
                <a:solidFill>
                  <a:srgbClr val="E8833A"/>
                </a:solidFill>
                <a:latin typeface="Consolas" pitchFamily="34" charset="0"/>
              </a:rPr>
              <a:t>stochastic</a:t>
            </a:r>
            <a:r>
              <a:rPr lang="en-US" dirty="0"/>
              <a:t> דוגמים פעולה אחת מתוך Normal(mu, sigma)  </a:t>
            </a:r>
            <a:r>
              <a:rPr lang="en-US" dirty="0" err="1"/>
              <a:t>דרך</a:t>
            </a:r>
            <a:r>
              <a:rPr lang="en-US" dirty="0"/>
              <a:t> </a:t>
            </a:r>
            <a:r>
              <a:rPr lang="en-US" dirty="0" err="1"/>
              <a:t>dist.sample</a:t>
            </a:r>
            <a:r>
              <a:rPr lang="he-IL" dirty="0"/>
              <a:t>, </a:t>
            </a:r>
            <a:r>
              <a:rPr lang="en-US" dirty="0" err="1"/>
              <a:t>מזריק</a:t>
            </a:r>
            <a:r>
              <a:rPr lang="en-US" dirty="0"/>
              <a:t> רעש כך שה-agent מנסה פעולות שלא היה בוחר בחמדנות — זה ה-exploration. PPO תלוי בשונות </a:t>
            </a:r>
            <a:r>
              <a:rPr lang="en-US" dirty="0" err="1"/>
              <a:t>הזו</a:t>
            </a:r>
            <a:r>
              <a:rPr lang="en-US" dirty="0"/>
              <a:t>: </a:t>
            </a:r>
            <a:r>
              <a:rPr lang="he-IL" dirty="0"/>
              <a:t> </a:t>
            </a:r>
            <a:r>
              <a:rPr lang="en-US" dirty="0" err="1"/>
              <a:t>ובלי</a:t>
            </a:r>
            <a:r>
              <a:rPr lang="en-US" dirty="0"/>
              <a:t> זה ה-policy לעולם לא יגלה תוכנית טובה יותר מהממוצע הנוכחי שלו. </a:t>
            </a:r>
            <a:endParaRPr lang="he-IL" dirty="0"/>
          </a:p>
          <a:p>
            <a:pPr algn="r" rtl="1"/>
            <a:r>
              <a:rPr lang="en-US" dirty="0" err="1"/>
              <a:t>בזמן</a:t>
            </a:r>
            <a:r>
              <a:rPr lang="he-IL" dirty="0"/>
              <a:t> </a:t>
            </a:r>
            <a:r>
              <a:rPr lang="en-US" dirty="0"/>
              <a:t>evaluation</a:t>
            </a:r>
            <a:r>
              <a:rPr lang="he-IL" dirty="0"/>
              <a:t> זה </a:t>
            </a:r>
            <a:r>
              <a:rPr lang="en-US" dirty="0"/>
              <a:t> deterministic לוקחים את ממוצע ההתפלגות, mu בלבד, בלי דגימה — exploitation טהור. </a:t>
            </a:r>
            <a:endParaRPr lang="he-IL" dirty="0"/>
          </a:p>
          <a:p>
            <a:pPr algn="r" rtl="1"/>
            <a:r>
              <a:rPr lang="en-US" dirty="0" err="1"/>
              <a:t>בוחרים</a:t>
            </a:r>
            <a:r>
              <a:rPr lang="en-US" dirty="0"/>
              <a:t> את הפעולה שהיא ההערכה הטובה ביותר של ה-policy, בלי רעש. המשמעות: אותו מטופל נכנס, אותה תוכנית יוצאת בדיוק — תנאי הכרחי לשחזוריות קלינית. 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96931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ה-reward הוא הלב של הבעיה — הוא מקודד את ה-trade-off הקליני. במצב sequential יש שני חלקים. חלק ראשון, אות צפוף בכל fraction, מבוסס על potential-based shaping: ה-reward הוא gamma כפול פוטנציאל של המצב הבא פחות הפוטנציאל של המצב הנוכחי. הפוטנציאל phi עולה לכיוון אפס ככל שפער ה-PTV נסגר וה-OAR נשארים בתקציב. החשיבות התיאורטית: לפי Ng ושותפיו מ-1999, shaping כזה הוא policy-invariant — הוא מאיץ למידה בלי לשנות את ה-policy האופטימלי. הוא מחושב על המנה המצטברת ולכן מסכם את כל ההיסטוריה. חלק שני, ציון סופי, משולם רק ב-fraction ה-35: lambda_ptv כפול הכיסוי, פחות משקל כפול ציון ה-DVH. הכיסוי הוא אחוז ה-voxels ב-PTV שהגיעו למנה, ו-DVH score הוא מדד קליני שבו נמוך יותר טוב יותר. מכיוון שהוא משולם רק בסוף, פונקציית ה-value חייבת להחזיר אותו אחורה בזמן — וכאן gamma באמת עובד.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88505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פירוט ה-reward, ולמה הוא בנוי להיות יציב עבור critic עצבי. ה-OAR penalty: לכל איבר מחשבים 'עודף כשבר מהסף' — excess שווה למקסימום בין אפס ל-(מנה פחות סף) חלקי הסף. מעבירים דרך פונקציה מקוטעת: לינארית עד 0.1 כדי לתת גרדיאנט מתון לחריגות קטנות, וריבועית מעבר לכך כדי להעניש חריגות גדולות, עם רוויה ב-5 כדי לחסום את ה-reward. שלושה תת-איברים מעורבבים: per-voxel שהוא האות הראשי, mean-dose כמייצב חלק, ו-Dmax רק לאיברים טוריים כמו חוט שדרה וגזע מוח, שבהם voxel חם בודד הוא קטסטרופלי. ה-PTV reward משתמש במטרה אדפטיבית: המטרה לכל fraction היא מה שנותר חלקי מספר ה-fractions שנשארו. המשמעות: agent שנתן מעט מדי בהתחלה יכול לפצות בהמשך בלי עונש קבוע. ולמה כל כך הרבה clamping? כי ב-rollouts אקראיים מוקדמים, voxel בודד עם מנת יתר קיצונית יכול לפוצץ את ה-reward לסדר גודל של עשרת אלפים דרך הענף הריבועי — ערכים שה-critic לא יכול להתאים, וזה מתבטא ב-NaN ב-actor. רוויה ב-5 שומרת על ה-target נומרית שפוי.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21737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warm-start — שבירת סימטריית ה-policy. הבעיה: policy עם אתחול אחיד פולט בערך 0.31 על כל beamlet — תוכנית שטוחה וסימטרית ש-PPO לא מצליח לברוח ממנה במספר סביר של episodes. מהזיכרון של הפרויקט: כיסוי גרוע יוחס דווקא ל-warm-start שקורס לאפס, לא ל-PPO עצמו. הפתרון: pretraining מונחה של ה-actor. קודם, offline, פותרים non-negative least squares עם FISTA כדי למצוא a* — תוכנית beamlet קרובה-אופטימלית סטטית. המשקל W מעלה את משקל ה-PTV פי 50 ואת ה-OAR פי 5, כדי שההתאמה לא תיטבע ב-95 אחוז של voxels בגוף עם מנה כמעט-אפס. אחר כך עושים regression של ראש ה-actor אל inv_softplus של a*. PPO ממשיך משם ומשפר תוכנית per-beamlet אמיתית. זה משולב עם curriculum על משקל ה-OAR: בהתחלה העונש השולי על OAR יכול לעלות על התגמול השולי על PTV, אז ה-agent לומד 'לא לעשות כלום'. לכן lambda_oar עולה בהדרגה מ-25 אחוז ל-100 אחוז לאורך 200 המטופלים הראשונים — קודם ללמוד לתת מנה, ואז ללמוד לחסוך.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84163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אלגוריתם הלמידה הוא PPO — Proximal Policy Optimization — במימוש נקי לסביבה בודדת, עם GAE. שלב ראשון: אוסף rollouts — משחק 8 קורסים שלמים של 35 fractions, ושומר לכל fraction את ה-state, action, log-prob, reward ו-value. שלב שני: GAE. מחשבים את ה-TD residual דלתא, ואז את ה-advantage ברקורסיה אחורה עם gamma ו-lambda. שלב שלישי: ה-clipped surrogate. מחשבים יחס בין ה-policy החדש לישן, וחותכים אותו ל-epsilon של 0.2, כך שכל עדכון נשאר קטן ויציב — זה ה'proximal' בשם. מוסיפים value loss חתוך ובונוס entropy שמשמר exploration. נקודה חשובה מימין: ב-sequential, done הוא True רק ב-fraction ה-35, ולכן gamma 0.99 ו-lambda 0.95 חיים ומפיצים credit על פני הקורס. ב-bandit, כל done הוא True, וה-GAE מתמוטט ל-advantage שווה reward פחות value, ו-gamma חסר השפעה.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98412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 RL נכשל בשקט, והקוד הזה מחוסן נגד מצבי הכישלון הקלאסיים. reward מתפוצץ שגורם ל-critic לא להתאים ול-NaN — נחסם על ידי clamp של reward ו-values לטווח מינוס 50 עד 50, ורוויה של עודף OAR ב-5. גרדיאנטים NaN שמרעילים את Adam לנצח — מדלגים על צעד האופטימייזר אם גרדיאנט כלשהו אינו סופי. עדכונים גדולים ומערערים — clip של נורמת הגרדיאנט ל-0.5, יחד עם clip של היחס ב-PPO ו-value loss חתוך. קריסה ל'לא לתת כלום' — ה-curriculum על משקל ה-OAR. best.pt שבוחר policy עצלן עם מנה נמוכה — הבחירה היא לפי DVH score על ה-validation, לא לפי reward האימון. ולבסוף, resume ש'מריץ מחדש' את ה-curriculum בטעות — ה-checkpoints שומרים את episode_index ואת best_val_dvh כדי שהמשך ריצה יהיה בטוח.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9735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מחברים הכול יחד. משמאל, התזמור של train.py: קודם warm-start ל-actor על תוכניות ה-NNLS השמורות, שנשמר ל-warmstart.pt. אחר כך, לכל patient-episode: מעלים את lambda_oar לפי ה-curriculum, מריצים collect_patient שמשחק 35 fractions אל buffer, וכל 8 מטופלים מריצים update_batch של PPO. כל 25 episodes מריצים rollout דטרמיניסטי על ה-validation, מחשבים DVH score, ואם השתפר שומרים best.pt. הכול נרשם ל-train_log.csv במצב append כך שבטוח ל-resume. המספרים: 2000 קורסים, 8 מטופלים לעדכון, 4 epochs של PPO, minibatch 64, ו-learning rate של 3 כפול 10 בחזקת מינוס 4. מימין, מעקב אחרי fraction בודד מקצה לקצה: מ-state ל-act שמקודד אנטומיה ומנה ומוציא mu, sigma ו-V; דוגמים action דרך softplus; הפיזיקה נותנת מנה חתוכה ל-3 Gy; מצברים; מחשבים reward של shaping ועוד terminal אם זה ה-fraction האחרון; ושומרים את כל המעבר ל-Rollout. אחרי 35 fractions יש trajectory, ושמונה כאלה מזינים עדכון PPO שמעדיף פעולות שהיו טובות מהציפייה של ה-critic.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65997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סיכום — ממסלול האנטומיה של המטופל לתוכנית נלמדת. הבעיה: לתכנן קורס של 35 fractions שמכסה גידולים וחוסך איברים. למה RL: רציף, תגמול מושהה, רב-מטרתי, ובלי labels לכל צעד. ה-pipeline: מ-CSV של OpenKBP, לטנסורים 64³, ל-Dose Influence Matrix, ל-DoseEnv, ל-PPO. ה-state: 11 ערוצים של אנטומיה ועוד היסטוריית מנה והתקדמות, Markovian. ה-action: 2304 עוצמות beamlet אי-שליליות, softplus של דגימת Normal. ה-reward: shaping צפוף מבוסס-פוטנציאל ועוד ציון סופי של כיסוי ו-DVH. ה-agent: CNN תלת-ממדי, actor ל-policy ו-critic ל-value, מאותחל ב-warm-start ומשופר על ידי PPO עם GAE. וההנדסה: curriculum, warm-start, clamping ודילוג על גרדיאנטים, עם בחירה לפי DVH על ה-validation. תודה רבה — אשמח לשאלות.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62693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תודה רבה על ההקשבה. אשמח לשאלות ולדיון.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76936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en-US" dirty="0"/>
              <a:t>ה-reward מטפס מהשקע ההתחלתי סביב מינוס 3 ומתייצב סביב מינוס 1.5. הקו הבהיר הוא ה-reward הגולמי הרועש לכל episode, </a:t>
            </a:r>
            <a:r>
              <a:rPr lang="he-IL" dirty="0"/>
              <a:t> </a:t>
            </a:r>
            <a:r>
              <a:rPr lang="en-US" dirty="0" err="1"/>
              <a:t>והכתום</a:t>
            </a:r>
            <a:r>
              <a:rPr lang="en-US" dirty="0"/>
              <a:t> הוא הממוצע הנע — ה-reward המעוצב חסום ולא מתפוצץ. </a:t>
            </a:r>
            <a:endParaRPr lang="he-IL" dirty="0"/>
          </a:p>
          <a:p>
            <a:pPr algn="r" rtl="1"/>
            <a:r>
              <a:rPr lang="en-US" dirty="0" err="1"/>
              <a:t>פאנל</a:t>
            </a:r>
            <a:r>
              <a:rPr lang="en-US" dirty="0"/>
              <a:t> אמצעי, ה-losses וה-entropy: ה-policy loss וה-value loss כמעט אפס בסקאלה הזו — clamped ומתנהגים יפה — וה-entropy עולה בהדרגה ככל שראש ה-sigma מתרפק, כלומר ה-exploration נשמר ולא קורס. </a:t>
            </a:r>
            <a:endParaRPr lang="he-IL" dirty="0"/>
          </a:p>
          <a:p>
            <a:pPr algn="r" rtl="1"/>
            <a:r>
              <a:rPr lang="en-US" dirty="0" err="1"/>
              <a:t>פאנל</a:t>
            </a:r>
            <a:r>
              <a:rPr lang="en-US" dirty="0"/>
              <a:t> תחתון, וזה המדד שבאמת חשוב — ה-validation DVH, שבו נמוך יותר טוב יותר: הוא צונח מ-47 לבערך 26 תוך כ-150 episodes ואז מגיע למישור. ה-checkpoint הטוב ביותר, הנקודה האדומה, הוא בערך ב-episode 770, והבחירה נעשית לפי העקומה הזו ולא לפי reward </a:t>
            </a:r>
            <a:r>
              <a:rPr lang="he-IL" dirty="0"/>
              <a:t> </a:t>
            </a:r>
            <a:r>
              <a:rPr lang="en-US" dirty="0" err="1"/>
              <a:t>האימון</a:t>
            </a:r>
            <a:r>
              <a:rPr lang="en-US" dirty="0"/>
              <a:t>. </a:t>
            </a:r>
            <a:endParaRPr lang="he-IL" dirty="0"/>
          </a:p>
          <a:p>
            <a:pPr algn="r" rtl="1"/>
            <a:r>
              <a:rPr lang="en-US" dirty="0" err="1"/>
              <a:t>המסקנה</a:t>
            </a:r>
            <a:r>
              <a:rPr lang="en-US" dirty="0"/>
              <a:t>: ה-validation DVH משתטח הרבה לפני סוף הריצה — האימון מתכנס מוקדם, ולכן אפשר דווקא לקצר את מספר ה-episodes לאיטרציה מהירה יותר, ולא להוסיף.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4393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2FE2A-A105-E07F-EB14-034FFC1EA6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F4008E-69D8-450C-39F9-959082574F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43F8E-7165-5A68-C698-65A133EEA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1C012-F6BB-4065-81A5-81DD03561E78}" type="datetimeFigureOut">
              <a:rPr lang="en-IL" smtClean="0"/>
              <a:t>25/06/2026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AEF6E-6710-7ECE-589F-60382076F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6B1DD-1190-71F2-CF11-D831218DF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4E2E-FD99-433C-95EB-D70D7D7B5B8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42717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5C560-A109-580F-D583-4EA62AEE2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997B7-F597-68E2-4BF6-22A9D520E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137FC-541F-D118-51BF-DB1412B58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1C012-F6BB-4065-81A5-81DD03561E78}" type="datetimeFigureOut">
              <a:rPr lang="en-IL" smtClean="0"/>
              <a:t>25/06/2026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884F1-BE82-9219-CEF9-088C7171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48E49-5649-4EC7-A87E-26AEF9855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4E2E-FD99-433C-95EB-D70D7D7B5B8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22040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B514A-B849-0097-B352-470A2591E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E0E88-79B3-820A-3C57-1A0C56674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1D8B8-9E66-07A3-5053-ACDE7FE77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1C012-F6BB-4065-81A5-81DD03561E78}" type="datetimeFigureOut">
              <a:rPr lang="en-IL" smtClean="0"/>
              <a:t>25/06/2026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35BED-3E36-0120-3182-1FA59FB8D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E7B74-F61B-1ECD-395D-5BE86EDB3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4E2E-FD99-433C-95EB-D70D7D7B5B8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04553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9181A-0D41-3C43-B422-470E75B3E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E68FB-1476-6726-1D7F-A235C86E52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834EF0-1F79-F76F-8B65-D3ECB3F5D9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E65177-905E-12A6-2303-3F90F6B8C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1C012-F6BB-4065-81A5-81DD03561E78}" type="datetimeFigureOut">
              <a:rPr lang="en-IL" smtClean="0"/>
              <a:t>25/06/2026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200B60-9669-9113-E89B-02C1076E3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EFD6C-3487-C409-F73B-1D60433B7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4E2E-FD99-433C-95EB-D70D7D7B5B8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02167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B49A1-96FC-D840-C7CA-05356A992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2FF987-2F94-E817-EC34-1CF59F4FE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896F9D-2FA6-765F-881E-3AEDBEC12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AA9F00-8FC7-405A-12B9-AE4B8C31CA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23806A-0A3B-064A-7827-6EE624ACED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96136E-AF5B-9514-F3EE-E2C2868D9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1C012-F6BB-4065-81A5-81DD03561E78}" type="datetimeFigureOut">
              <a:rPr lang="en-IL" smtClean="0"/>
              <a:t>25/06/2026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B4328B-D5A5-2863-43EB-1E6F065D8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087560-A37F-33E9-68B9-510613EAB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4E2E-FD99-433C-95EB-D70D7D7B5B8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53581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799C1-FCE4-2622-6520-95DFE0539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AE5B37-A9E5-2BA2-6E60-9437A1649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1C012-F6BB-4065-81A5-81DD03561E78}" type="datetimeFigureOut">
              <a:rPr lang="en-IL" smtClean="0"/>
              <a:t>25/06/2026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0F2EE7-4E7E-2390-FAFA-1633E64D2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9A790E-5A5D-C484-F677-63A25EB77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4E2E-FD99-433C-95EB-D70D7D7B5B8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77099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EE1A7E-70DB-5888-4073-2714F58E9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1C012-F6BB-4065-81A5-81DD03561E78}" type="datetimeFigureOut">
              <a:rPr lang="en-IL" smtClean="0"/>
              <a:t>25/06/2026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93AF2C-81CF-4626-B749-50D4E0E18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DCBA73-79D3-6D9B-1260-389649F2E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4E2E-FD99-433C-95EB-D70D7D7B5B8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84631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F0F85-56AC-F5F6-D345-4A3713097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3903A-5ACF-332F-E5B1-2C7AFF6C1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1E5231-9FB9-7165-9246-8AD22622E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BD5CD9-7B6B-4C68-25C9-9A608463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1C012-F6BB-4065-81A5-81DD03561E78}" type="datetimeFigureOut">
              <a:rPr lang="en-IL" smtClean="0"/>
              <a:t>25/06/2026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B5FE79-63CE-337B-A520-6234E8EA0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287A85-A972-0FAB-A996-561790D88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4E2E-FD99-433C-95EB-D70D7D7B5B8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19956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54B72-EF78-E83A-8A1A-E5ABB869B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11BD61-96D3-5B8B-1E5D-9FCD123ADD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066530-1C27-65E6-27BE-A71F96340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836AD0-66D3-6B7E-F327-BEFA31579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1C012-F6BB-4065-81A5-81DD03561E78}" type="datetimeFigureOut">
              <a:rPr lang="en-IL" smtClean="0"/>
              <a:t>25/06/2026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8F8C12-188E-9369-E7D2-CD4B024E3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D88CDF-CF09-EAD4-80A3-B6345FF6F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4E2E-FD99-433C-95EB-D70D7D7B5B8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69116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E73D9-9468-73E3-8825-582F486AF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76615D-EA87-1DCA-31BF-AD9AD64CB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779DD-005E-75DC-D341-134524234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1C012-F6BB-4065-81A5-81DD03561E78}" type="datetimeFigureOut">
              <a:rPr lang="en-IL" smtClean="0"/>
              <a:t>25/06/2026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86643-84D7-1227-6BDC-441CFFE3E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60107-9C6B-F2CC-D8DF-CCC92683D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4E2E-FD99-433C-95EB-D70D7D7B5B8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68950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EFA10C-0AA8-4CAE-7FA4-775BF056E1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2D756E-F0EA-A6FE-B32C-4E89D6078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4ADF6-C0BC-34C1-3651-F19BFFF48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1C012-F6BB-4065-81A5-81DD03561E78}" type="datetimeFigureOut">
              <a:rPr lang="en-IL" smtClean="0"/>
              <a:t>25/06/2026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FFA2A-EF00-FA7F-3916-4BE506DC6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BA6A0-8E52-E8CE-020F-B046CA861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4E2E-FD99-433C-95EB-D70D7D7B5B8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419659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3682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B54C73-E7BA-D3A7-484F-007F07565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07B67-E2FC-A07E-8E39-C32C344D2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865EC-D8C1-5A09-B168-76339BE556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F1C012-F6BB-4065-81A5-81DD03561E78}" type="datetimeFigureOut">
              <a:rPr lang="en-IL" smtClean="0"/>
              <a:t>25/06/2026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4AFC0-1907-94B0-E1F6-69F3448C58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9D421-04B5-990A-1423-320DB21CF2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004E2E-FD99-433C-95EB-D70D7D7B5B8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90197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4722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874520"/>
            <a:ext cx="3108960" cy="3108960"/>
          </a:xfrm>
          <a:prstGeom prst="ellipse">
            <a:avLst/>
          </a:prstGeom>
          <a:ln w="25400">
            <a:solidFill>
              <a:srgbClr val="12414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778240" y="2240280"/>
            <a:ext cx="2377440" cy="2377440"/>
          </a:xfrm>
          <a:prstGeom prst="ellipse">
            <a:avLst/>
          </a:prstGeom>
          <a:ln w="25400">
            <a:solidFill>
              <a:srgbClr val="16505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121140" y="2583180"/>
            <a:ext cx="1691640" cy="1691640"/>
          </a:xfrm>
          <a:prstGeom prst="ellipse">
            <a:avLst/>
          </a:prstGeom>
          <a:ln w="38100">
            <a:solidFill>
              <a:srgbClr val="C0492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441180" y="2903220"/>
            <a:ext cx="1051560" cy="1051560"/>
          </a:xfrm>
          <a:prstGeom prst="ellipse">
            <a:avLst/>
          </a:prstGeom>
          <a:ln w="38100">
            <a:solidFill>
              <a:srgbClr val="E883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802368" y="3264408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200" normalizeH="0" baseline="0" noProof="0" dirty="0">
                <a:ln>
                  <a:noFill/>
                </a:ln>
                <a:solidFill>
                  <a:srgbClr val="13A3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· MEDICAL PHYSICS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Learning to Plan Radiotherapy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6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PPO agent that doses tumors while sparing healthy organs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5212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3A3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By Nagham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3A3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Daood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3A3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&amp; Ben David Ofir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9997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20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Clinical Problem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E6E7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074920" cy="4480560"/>
          </a:xfrm>
          <a:prstGeom prst="roundRect">
            <a:avLst>
              <a:gd name="adj" fmla="val 1633"/>
            </a:avLst>
          </a:prstGeom>
          <a:solidFill>
            <a:srgbClr val="F1F7F8"/>
          </a:solidFill>
          <a:ln w="12700">
            <a:solidFill>
              <a:srgbClr val="D7E3E5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What is radiotherapy planning?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IL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machine sends radiation beams into the patient from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r>
              <a:rPr kumimoji="0" lang="en-IL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different angles.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E2A2E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Each beam is split into a grid of beamlets.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Summed beamlets produce a 3-D dose distribution (in Gray, Gy) inside the body.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Beams that reach the tumor inevitably pass through healthy tissue.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4160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core tension - a constant trade-off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8680" y="452628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Cover the tumor (PTV):  reach prescription dose.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Spare organs-at-risk (OAR):  stay under tolerance.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897880" y="1508760"/>
            <a:ext cx="3017520" cy="44805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7E3E5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080760" y="1691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10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TARGETS (PTV)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80760" y="21031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PTV70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35240" y="2103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70 Gy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080760" y="2606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PTV63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635240" y="26060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63 Gy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080760" y="31089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PTV56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35240" y="31089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56 Gy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080760" y="3703320"/>
            <a:ext cx="2651760" cy="0"/>
          </a:xfrm>
          <a:prstGeom prst="line">
            <a:avLst/>
          </a:prstGeom>
          <a:noFill/>
          <a:ln w="12700">
            <a:solidFill>
              <a:srgbClr val="D7E3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080760" y="3794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10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ORGANS-AT-RISK (OAR)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080760" y="4160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Spinal Cord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635240" y="41605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4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≤ 45 Gy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080760" y="46177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Brainstem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635240" y="46177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4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≤ 54 Gy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080760" y="5074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Parotids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635240" y="50749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4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≤ 26 Gy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189720" y="1508760"/>
            <a:ext cx="2423160" cy="4480560"/>
          </a:xfrm>
          <a:prstGeom prst="roundRect">
            <a:avLst>
              <a:gd name="adj" fmla="val 3019"/>
            </a:avLst>
          </a:prstGeom>
          <a:solidFill>
            <a:srgbClr val="0B3C49"/>
          </a:solidFill>
          <a:ln w="12700">
            <a:solidFill>
              <a:srgbClr val="D7E3E5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372600" y="1737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3A3A3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Why it's hard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372600" y="22402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2304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BFE0E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beamlets per fraction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372600" y="33832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BFE0E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fractions to spread dose over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372600" y="46177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CFE6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Every plan is a 3-D, high-dimensional, multi-objective optimisation over time.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4BE5DC78-0A58-2312-233B-8D88778F4979}"/>
              </a:ext>
            </a:extLst>
          </p:cNvPr>
          <p:cNvSpPr/>
          <p:nvPr/>
        </p:nvSpPr>
        <p:spPr>
          <a:xfrm>
            <a:off x="6085609" y="550468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IL" sz="16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Mandible</a:t>
            </a:r>
            <a:endParaRPr lang="en-US" sz="1600" dirty="0">
              <a:solidFill>
                <a:srgbClr val="1E2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4" name="Text 23">
            <a:extLst>
              <a:ext uri="{FF2B5EF4-FFF2-40B4-BE49-F238E27FC236}">
                <a16:creationId xmlns:a16="http://schemas.microsoft.com/office/drawing/2014/main" id="{78B269E8-3F7D-680A-8AE5-3AAA80232EEC}"/>
              </a:ext>
            </a:extLst>
          </p:cNvPr>
          <p:cNvSpPr/>
          <p:nvPr/>
        </p:nvSpPr>
        <p:spPr>
          <a:xfrm>
            <a:off x="7639396" y="550468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4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≤ </a:t>
            </a:r>
            <a:r>
              <a:rPr lang="he-IL" sz="1600" b="1" dirty="0">
                <a:solidFill>
                  <a:srgbClr val="C04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4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Gy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5800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D2FAF37E-1227-C6C1-5925-C1653F501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333" y="1401995"/>
            <a:ext cx="11148525" cy="4054009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DE960A17-136F-E90C-20F7-8806A9AF12D6}"/>
              </a:ext>
            </a:extLst>
          </p:cNvPr>
          <p:cNvSpPr/>
          <p:nvPr/>
        </p:nvSpPr>
        <p:spPr>
          <a:xfrm>
            <a:off x="548639" y="448155"/>
            <a:ext cx="115612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US" sz="3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</a:rPr>
              <a:t>Axial Coronal and Sagittal planes example of a Patient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8DC0C41-2440-7DF3-1160-ABA11DF3F766}"/>
              </a:ext>
            </a:extLst>
          </p:cNvPr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E6E7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86240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20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Mapping the Problem to an MDP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E6E7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566159" y="1508760"/>
            <a:ext cx="5212079" cy="914400"/>
          </a:xfrm>
          <a:prstGeom prst="roundRect">
            <a:avLst>
              <a:gd name="adj" fmla="val 8000"/>
            </a:avLst>
          </a:prstGeom>
          <a:solidFill>
            <a:srgbClr val="F1F7F8"/>
          </a:solidFill>
          <a:ln w="15875">
            <a:solidFill>
              <a:srgbClr val="D7E3E5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749039" y="1600200"/>
            <a:ext cx="525779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STATE  s</a:t>
            </a:r>
            <a:r>
              <a:rPr kumimoji="0" lang="en-US" sz="1100" b="1" i="0" u="none" strike="noStrike" kern="1200" cap="none" spc="0" normalizeH="0" baseline="-4000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anatomy + dose-so-far + remaining gap + fraction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280160" y="292608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0B3C49"/>
          </a:solidFill>
          <a:ln w="15875">
            <a:solidFill>
              <a:srgbClr val="0B3C49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46304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3A3A3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AGENT </a:t>
            </a:r>
            <a:r>
              <a:rPr kumimoji="0" lang="he-IL" b="1" i="0" u="none" strike="noStrike" kern="1200" cap="none" spc="0" normalizeH="0" baseline="0" noProof="0" dirty="0">
                <a:ln>
                  <a:noFill/>
                </a:ln>
                <a:solidFill>
                  <a:srgbClr val="13A3A3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-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3A3A3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 Actor-Critic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463040" y="345643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FE6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π(a|s): chooses beamlet intensities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949440" y="292608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11414C"/>
          </a:solidFill>
          <a:ln w="15875">
            <a:solidFill>
              <a:srgbClr val="11414C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13232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</a:t>
            </a:r>
            <a:r>
              <a:rPr kumimoji="0" lang="he-IL" b="1" i="0" u="none" strike="noStrike" kern="1200" cap="none" spc="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-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 Dose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132320" y="345643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4D9C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dose = DIM @ action, accumulate</a:t>
            </a:r>
            <a:r>
              <a:rPr lang="en-US" sz="1600" dirty="0">
                <a:solidFill>
                  <a:srgbClr val="F4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-&gt;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4D9C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reward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 flipH="1">
            <a:off x="3291840" y="1965960"/>
            <a:ext cx="274320" cy="0"/>
          </a:xfrm>
          <a:prstGeom prst="line">
            <a:avLst/>
          </a:prstGeom>
          <a:noFill/>
          <a:ln w="25400">
            <a:solidFill>
              <a:srgbClr val="5E6E73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46120" y="1965960"/>
            <a:ext cx="0" cy="960120"/>
          </a:xfrm>
          <a:prstGeom prst="line">
            <a:avLst/>
          </a:prstGeom>
          <a:noFill/>
          <a:ln w="25400">
            <a:solidFill>
              <a:srgbClr val="5E6E7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286000" y="2331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E6E7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212080" y="3493008"/>
            <a:ext cx="1737360" cy="0"/>
          </a:xfrm>
          <a:prstGeom prst="line">
            <a:avLst/>
          </a:prstGeom>
          <a:noFill/>
          <a:ln w="31750">
            <a:solidFill>
              <a:srgbClr val="E8833A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212080" y="3154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action  aₜ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915400" y="2423160"/>
            <a:ext cx="0" cy="50292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 flipH="1">
            <a:off x="8778238" y="2423160"/>
            <a:ext cx="137162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006840" y="2606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rₜ , sₜ₊₁ 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8640" y="44805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100" normalizeH="0" baseline="0" noProof="0" dirty="0">
                <a:ln>
                  <a:noFill/>
                </a:ln>
                <a:solidFill>
                  <a:srgbClr val="5E6E7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FIVE MDP INGREDIENTS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2103120" cy="1325880"/>
          </a:xfrm>
          <a:prstGeom prst="roundRect">
            <a:avLst>
              <a:gd name="adj" fmla="val 5517"/>
            </a:avLst>
          </a:prstGeom>
          <a:solidFill>
            <a:srgbClr val="F1F7F8"/>
          </a:solidFill>
          <a:ln w="12700">
            <a:solidFill>
              <a:srgbClr val="D7E3E5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31520" y="502920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3152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31520" y="559612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State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31520" y="58704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Patient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798064" y="4846320"/>
            <a:ext cx="2103120" cy="1325880"/>
          </a:xfrm>
          <a:prstGeom prst="roundRect">
            <a:avLst>
              <a:gd name="adj" fmla="val 5517"/>
            </a:avLst>
          </a:prstGeom>
          <a:solidFill>
            <a:srgbClr val="F1F7F8"/>
          </a:solidFill>
          <a:ln w="12700">
            <a:solidFill>
              <a:srgbClr val="D7E3E5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980944" y="502920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980944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980944" y="559612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Action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980944" y="58704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rgbClr val="E8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eamlet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intensities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047488" y="4846320"/>
            <a:ext cx="2103120" cy="1325880"/>
          </a:xfrm>
          <a:prstGeom prst="roundRect">
            <a:avLst>
              <a:gd name="adj" fmla="val 5517"/>
            </a:avLst>
          </a:prstGeom>
          <a:solidFill>
            <a:srgbClr val="F1F7F8"/>
          </a:solidFill>
          <a:ln w="12700">
            <a:solidFill>
              <a:srgbClr val="D7E3E5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230368" y="502920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230368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230368" y="559612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Transition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230368" y="58704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rgbClr val="E8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hysics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via DIM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296912" y="4846320"/>
            <a:ext cx="2103120" cy="1325880"/>
          </a:xfrm>
          <a:prstGeom prst="roundRect">
            <a:avLst>
              <a:gd name="adj" fmla="val 5517"/>
            </a:avLst>
          </a:prstGeom>
          <a:solidFill>
            <a:srgbClr val="F1F7F8"/>
          </a:solidFill>
          <a:ln w="12700">
            <a:solidFill>
              <a:srgbClr val="D7E3E5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479792" y="502920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479792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479792" y="559612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Reward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479792" y="58704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Reward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9546336" y="4846320"/>
            <a:ext cx="2103120" cy="1325880"/>
          </a:xfrm>
          <a:prstGeom prst="roundRect">
            <a:avLst>
              <a:gd name="adj" fmla="val 5517"/>
            </a:avLst>
          </a:prstGeom>
          <a:solidFill>
            <a:srgbClr val="F1F7F8"/>
          </a:solidFill>
          <a:ln w="12700">
            <a:solidFill>
              <a:srgbClr val="D7E3E5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9729216" y="502920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9729216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9729216" y="559612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Policy / Value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729216" y="58704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Actor &amp; </a:t>
            </a:r>
            <a:r>
              <a:rPr lang="en-US" sz="1100" dirty="0">
                <a:solidFill>
                  <a:srgbClr val="E8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ritic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8922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20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Data Pipeline:  Input → Tensors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E6E7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Three offline stages turn raw OpenKBP CSVs into fixed-size tensors and the physics operator the environment needs.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1F7F8"/>
          </a:solidFill>
          <a:ln w="12700">
            <a:solidFill>
              <a:srgbClr val="D7E3E5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49808" y="224028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RAW OpenKBP CSVs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04672" y="274320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CT scan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dose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Structure masks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Possible-dose mask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123944" y="3429000"/>
            <a:ext cx="274320" cy="0"/>
          </a:xfrm>
          <a:prstGeom prst="line">
            <a:avLst/>
          </a:prstGeom>
          <a:noFill/>
          <a:ln w="31750">
            <a:solidFill>
              <a:srgbClr val="E8833A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453128" y="205740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1F7F8"/>
          </a:solidFill>
          <a:ln w="12700">
            <a:solidFill>
              <a:srgbClr val="D7E3E5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54296" y="224028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PREPROCESS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09160" y="274320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Resample to 64³ (SimpleITK, mm-aware)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Normalise CT → [-1, 1]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Ray-cast beam-path map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028432" y="3429000"/>
            <a:ext cx="274320" cy="0"/>
          </a:xfrm>
          <a:prstGeom prst="line">
            <a:avLst/>
          </a:prstGeom>
          <a:noFill/>
          <a:ln w="31750">
            <a:solidFill>
              <a:srgbClr val="E8833A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357616" y="205740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DF1E7"/>
          </a:solidFill>
          <a:ln w="12700">
            <a:solidFill>
              <a:srgbClr val="D7E3E5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558784" y="224028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PHYSICS PRECOMPUTE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613648" y="274320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lvl="0" indent="-342900">
              <a:spcAft>
                <a:spcPts val="600"/>
              </a:spcAft>
              <a:buSzPct val="100000"/>
              <a:buFontTx/>
              <a:buChar char="•"/>
              <a:defRPr/>
            </a:pPr>
            <a:r>
              <a:rPr lang="en-IL" sz="1600" dirty="0" err="1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pyRadPlan</a:t>
            </a:r>
            <a:r>
              <a:rPr lang="en-IL" sz="16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an open-source radiotherapy physics library</a:t>
            </a:r>
            <a:endParaRPr lang="en-US" sz="1600" dirty="0">
              <a:solidFill>
                <a:srgbClr val="1E2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lvl="0" indent="-342900">
              <a:spcAft>
                <a:spcPts val="600"/>
              </a:spcAft>
              <a:buSzPct val="100000"/>
              <a:buFontTx/>
              <a:buChar char="•"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Dose Influence Matrix (DIM) (V×2304) sparse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0B3C49"/>
          </a:solidFill>
          <a:ln w="12700">
            <a:solidFill>
              <a:srgbClr val="D7E3E5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77240" y="52120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3A3A3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key physics object — the Dose Influence Matrix (DIM)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77240" y="56235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dose = DIM @ action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FE6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— a sparse (64³ voxels × 2304 beamlets) matrix.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FE6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Precomputing it makes the environment's transition a single fast sparse matrix-vector product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7023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20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RL COMPONENTS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State </a:t>
            </a:r>
            <a:r>
              <a:rPr kumimoji="0" lang="he-IL" sz="3600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-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 What the Agent Sees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E6E7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 11-channel 3-D volume plus a scalar.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00" normalizeH="0" baseline="0" noProof="0" dirty="0">
                <a:ln>
                  <a:noFill/>
                </a:ln>
                <a:solidFill>
                  <a:srgbClr val="5E6E7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64592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00" normalizeH="0" baseline="0" noProof="0" dirty="0">
                <a:ln>
                  <a:noFill/>
                </a:ln>
                <a:solidFill>
                  <a:srgbClr val="5E6E7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00" normalizeH="0" baseline="0" noProof="0" dirty="0">
                <a:ln>
                  <a:noFill/>
                </a:ln>
                <a:solidFill>
                  <a:srgbClr val="5E6E7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6903720" cy="475488"/>
          </a:xfrm>
          <a:prstGeom prst="roundRect">
            <a:avLst>
              <a:gd name="adj" fmla="val 9615"/>
            </a:avLst>
          </a:prstGeom>
          <a:solidFill>
            <a:srgbClr val="F1F7F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58368" y="2404872"/>
            <a:ext cx="868680" cy="329184"/>
          </a:xfrm>
          <a:prstGeom prst="roundRect">
            <a:avLst>
              <a:gd name="adj" fmla="val 13889"/>
            </a:avLst>
          </a:prstGeom>
          <a:solidFill>
            <a:srgbClr val="0E7C8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58368" y="240487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645920" y="233172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CT scan (normalised)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86400" y="233172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E6E7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patient anatomy / tissue density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2898648"/>
            <a:ext cx="6903720" cy="475488"/>
          </a:xfrm>
          <a:prstGeom prst="roundRect">
            <a:avLst>
              <a:gd name="adj" fmla="val 9615"/>
            </a:avLst>
          </a:prstGeom>
          <a:solidFill>
            <a:srgbClr val="F1F7F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58368" y="2971800"/>
            <a:ext cx="868680" cy="329184"/>
          </a:xfrm>
          <a:prstGeom prst="roundRect">
            <a:avLst>
              <a:gd name="adj" fmla="val 13889"/>
            </a:avLst>
          </a:prstGeom>
          <a:solidFill>
            <a:srgbClr val="0E7C8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58368" y="29718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kumimoji="0" lang="he-IL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645920" y="289864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Structure masks (3 PTV + 5 OAR)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486400" y="289864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E6E7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where targets &amp; critical organs are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3465576"/>
            <a:ext cx="6903720" cy="475488"/>
          </a:xfrm>
          <a:prstGeom prst="roundRect">
            <a:avLst>
              <a:gd name="adj" fmla="val 9615"/>
            </a:avLst>
          </a:prstGeom>
          <a:solidFill>
            <a:srgbClr val="FDF1E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58368" y="3538728"/>
            <a:ext cx="868680" cy="329184"/>
          </a:xfrm>
          <a:prstGeom prst="roundRect">
            <a:avLst>
              <a:gd name="adj" fmla="val 13889"/>
            </a:avLst>
          </a:prstGeom>
          <a:solidFill>
            <a:srgbClr val="E8833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58368" y="35387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645920" y="3465576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dose ÷ 70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486400" y="3465576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E6E7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history → makes the state Markovian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4032504"/>
            <a:ext cx="6903720" cy="475488"/>
          </a:xfrm>
          <a:prstGeom prst="roundRect">
            <a:avLst>
              <a:gd name="adj" fmla="val 9615"/>
            </a:avLst>
          </a:prstGeom>
          <a:solidFill>
            <a:srgbClr val="FDF1E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58368" y="4105656"/>
            <a:ext cx="868680" cy="329184"/>
          </a:xfrm>
          <a:prstGeom prst="roundRect">
            <a:avLst>
              <a:gd name="adj" fmla="val 13889"/>
            </a:avLst>
          </a:prstGeom>
          <a:solidFill>
            <a:srgbClr val="E8833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58368" y="410565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kumimoji="0" lang="he-IL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645920" y="403250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PTV dose gap = clip(Rx − cum, 0) ÷ 70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486400" y="403250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E6E7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still needs delivering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48640" y="4599432"/>
            <a:ext cx="6903720" cy="475488"/>
          </a:xfrm>
          <a:prstGeom prst="roundRect">
            <a:avLst>
              <a:gd name="adj" fmla="val 9615"/>
            </a:avLst>
          </a:prstGeom>
          <a:solidFill>
            <a:srgbClr val="F1F7F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58368" y="4672584"/>
            <a:ext cx="868680" cy="329184"/>
          </a:xfrm>
          <a:prstGeom prst="roundRect">
            <a:avLst>
              <a:gd name="adj" fmla="val 13889"/>
            </a:avLst>
          </a:prstGeom>
          <a:solidFill>
            <a:srgbClr val="0E7C8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58368" y="46725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kumimoji="0" lang="he-IL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645920" y="459943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Beam-path map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486400" y="459943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E6E7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geometry of where beams can travel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48640" y="5166360"/>
            <a:ext cx="6903720" cy="475488"/>
          </a:xfrm>
          <a:prstGeom prst="roundRect">
            <a:avLst>
              <a:gd name="adj" fmla="val 9615"/>
            </a:avLst>
          </a:prstGeom>
          <a:solidFill>
            <a:srgbClr val="F1F7F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58368" y="5239512"/>
            <a:ext cx="868680" cy="329184"/>
          </a:xfrm>
          <a:prstGeom prst="roundRect">
            <a:avLst>
              <a:gd name="adj" fmla="val 13889"/>
            </a:avLst>
          </a:prstGeom>
          <a:solidFill>
            <a:srgbClr val="0E7C8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58368" y="523951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scalar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645920" y="516636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fraction_progress = idx / 35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486400" y="516636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E6E7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far into the course am I?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680960" y="1965960"/>
            <a:ext cx="3931920" cy="4023360"/>
          </a:xfrm>
          <a:prstGeom prst="roundRect">
            <a:avLst>
              <a:gd name="adj" fmla="val 1860"/>
            </a:avLst>
          </a:prstGeom>
          <a:solidFill>
            <a:srgbClr val="0B3C49"/>
          </a:solidFill>
          <a:ln w="12700">
            <a:solidFill>
              <a:srgbClr val="D7E3E5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882128" y="21488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3A3A3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insight: the Markov property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882128" y="274320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FE6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By feeding the cumulative dose and remaining gap into the state, every decision depends only on the current state </a:t>
            </a: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srgbClr val="CFE6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FE6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not the full history.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7882128" y="3886200"/>
            <a:ext cx="3611880" cy="1874520"/>
          </a:xfrm>
          <a:prstGeom prst="roundRect">
            <a:avLst>
              <a:gd name="adj" fmla="val 2927"/>
            </a:avLst>
          </a:prstGeom>
          <a:solidFill>
            <a:srgbClr val="0E2A30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019288" y="3995928"/>
            <a:ext cx="333756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6F0F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state = concat([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6F0F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ct, structure_masks,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cumulative_dose/70,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clip(Rx-cum,0)/70,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6F0F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beam_paths])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6F0F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return state, idx/35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6396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20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AGENT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Actor-Critic Architecture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100" b="0" i="0" u="none" strike="noStrike" kern="1200" cap="none" spc="0" normalizeH="0" baseline="0" noProof="0" dirty="0">
                <a:ln>
                  <a:noFill/>
                </a:ln>
                <a:solidFill>
                  <a:srgbClr val="5E6E7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shared 3-D CNN encoder feeds two heads — a policy (actor) and a value (critic).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3476736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1F7F8"/>
          </a:solidFill>
          <a:ln w="15875">
            <a:solidFill>
              <a:srgbClr val="D7E3E5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365961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E6E7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(1</a:t>
            </a:r>
            <a:r>
              <a:rPr kumimoji="0" lang="he-IL" sz="1400" b="0" i="0" u="none" strike="noStrike" kern="1200" cap="none" spc="0" normalizeH="0" baseline="0" noProof="0" dirty="0">
                <a:ln>
                  <a:noFill/>
                </a:ln>
                <a:solidFill>
                  <a:srgbClr val="5E6E7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E6E7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64³)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606040" y="3339576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0B3C49"/>
          </a:solidFill>
          <a:ln w="15875">
            <a:solidFill>
              <a:srgbClr val="0B3C49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2606040" y="34310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3A3A3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CNNEncoder3D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651760" y="3751056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FE6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4× Conv3d stride-2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FE6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16→32→64→128 + ReLU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FE6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AdaptiveAvgPool → latent 128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623560" y="3751056"/>
            <a:ext cx="594360" cy="594360"/>
          </a:xfrm>
          <a:prstGeom prst="ellipse">
            <a:avLst/>
          </a:prstGeom>
          <a:solidFill>
            <a:srgbClr val="E8833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623560" y="372362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257800" y="43911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5E6E7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 fraction_progress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63640" y="3842496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feature (129)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772400" y="2560320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FDF1E7"/>
          </a:solidFill>
          <a:ln w="15875">
            <a:solidFill>
              <a:srgbClr val="D7E3E5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955280" y="26791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C049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ACTOR  →  π(a|s)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001000" y="30175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2-layer MLP trunk → actor_mu (μ per beamlet)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state-independent std → Normal(μ, σ)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772400" y="416052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F1F7F8"/>
          </a:solidFill>
          <a:ln w="15875">
            <a:solidFill>
              <a:srgbClr val="D7E3E5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955280" y="42793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CRITIC  →  V(s)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001000" y="459943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separate 2-layer MLP → scalar state value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drives the advantage estimate for the actor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286000" y="3979656"/>
            <a:ext cx="320040" cy="0"/>
          </a:xfrm>
          <a:prstGeom prst="line">
            <a:avLst/>
          </a:prstGeom>
          <a:noFill/>
          <a:ln w="25400">
            <a:solidFill>
              <a:srgbClr val="5E6E73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349240" y="3979656"/>
            <a:ext cx="274320" cy="0"/>
          </a:xfrm>
          <a:prstGeom prst="line">
            <a:avLst/>
          </a:prstGeom>
          <a:noFill/>
          <a:ln w="25400">
            <a:solidFill>
              <a:srgbClr val="5E6E73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 flipV="1">
            <a:off x="7543800" y="3339576"/>
            <a:ext cx="228600" cy="713232"/>
          </a:xfrm>
          <a:prstGeom prst="line">
            <a:avLst/>
          </a:prstGeom>
          <a:noFill/>
          <a:ln w="25400">
            <a:solidFill>
              <a:srgbClr val="E8833A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543800" y="4052808"/>
            <a:ext cx="228600" cy="77724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9029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20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RL COMPONENTS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Action </a:t>
            </a:r>
            <a:r>
              <a:rPr kumimoji="0" lang="he-IL" sz="3600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-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 What the Agent Controls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338560" y="6473952"/>
            <a:ext cx="67242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400" b="0" i="0" u="none" strike="noStrike" kern="1200" cap="none" spc="0" normalizeH="0" baseline="0" noProof="0" dirty="0">
                <a:ln>
                  <a:noFill/>
                </a:ln>
                <a:solidFill>
                  <a:srgbClr val="5E6E7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F1F7F8"/>
          </a:solidFill>
          <a:ln w="12700">
            <a:solidFill>
              <a:srgbClr val="D7E3E5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Beamlet intensities for one fraction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8680" y="265176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Shape (n_beams=9, h=16, w=16) → 2304 beamlets, flattened.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Must be non-negative </a:t>
            </a: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you can't fire negative radiation.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Actor outputs a Normal</a:t>
            </a:r>
            <a:r>
              <a:rPr lang="en-US" sz="16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oftplus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maps a sample to a ≥ 0 intensity.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989320" y="2011680"/>
            <a:ext cx="5349240" cy="228600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7E3E5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172200" y="1645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softplus maps any logit → a non-negative intensity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13" name="Chart 0"/>
          <p:cNvGraphicFramePr/>
          <p:nvPr>
            <p:extLst>
              <p:ext uri="{D42A27DB-BD31-4B8C-83A1-F6EECF244321}">
                <p14:modId xmlns:p14="http://schemas.microsoft.com/office/powerpoint/2010/main" val="3721572835"/>
              </p:ext>
            </p:extLst>
          </p:nvPr>
        </p:nvGraphicFramePr>
        <p:xfrm>
          <a:off x="6126480" y="2011680"/>
          <a:ext cx="534924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Shape 11"/>
          <p:cNvSpPr/>
          <p:nvPr/>
        </p:nvSpPr>
        <p:spPr>
          <a:xfrm>
            <a:off x="3072383" y="4553712"/>
            <a:ext cx="7150139" cy="1920240"/>
          </a:xfrm>
          <a:prstGeom prst="roundRect">
            <a:avLst>
              <a:gd name="adj" fmla="val 3810"/>
            </a:avLst>
          </a:prstGeom>
          <a:solidFill>
            <a:srgbClr val="0B3C49"/>
          </a:solidFill>
          <a:ln w="12700">
            <a:solidFill>
              <a:srgbClr val="D7E3E5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282695" y="4718304"/>
            <a:ext cx="6892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3A3A3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Initialisation matters  (ACTOR_MU_BIAS_INIT = −1.0)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282696" y="5102352"/>
            <a:ext cx="650012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softplus(−1) ≈ 0.31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FE6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per beamlet at init → a fresh policy already delivers some dose (PTV D95 ≈ 30–50 Gy), so PPO feels the trade-off gradient in both directions instead of getting stuck in a 'do nothing' optimum.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72110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20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RL COMPONENTS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Physics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400" b="0" i="0" u="none" strike="noStrike" kern="1200" cap="none" spc="0" normalizeH="0" baseline="0" noProof="0" dirty="0">
                <a:ln>
                  <a:noFill/>
                </a:ln>
                <a:solidFill>
                  <a:srgbClr val="5E6E7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One step() = deliver one fraction. The dynamics are pure linear physics + accumulation.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498205" y="2542737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F1F7F8"/>
          </a:solidFill>
          <a:ln w="12700">
            <a:solidFill>
              <a:srgbClr val="D7E3E5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635365" y="2817057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action a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635365" y="3319977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E6E7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2304 beamlets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592181" y="3228537"/>
            <a:ext cx="173736" cy="0"/>
          </a:xfrm>
          <a:prstGeom prst="line">
            <a:avLst/>
          </a:prstGeom>
          <a:noFill/>
          <a:ln w="31750">
            <a:solidFill>
              <a:srgbClr val="E8833A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802493" y="2542737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F1F7F8"/>
          </a:solidFill>
          <a:ln w="12700">
            <a:solidFill>
              <a:srgbClr val="D7E3E5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939653" y="2817057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DIM @ a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939653" y="3319977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E6E7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dose per voxel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938211" y="3228537"/>
            <a:ext cx="173736" cy="0"/>
          </a:xfrm>
          <a:prstGeom prst="line">
            <a:avLst/>
          </a:prstGeom>
          <a:noFill/>
          <a:ln w="31750">
            <a:solidFill>
              <a:srgbClr val="E8833A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148523" y="2542737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F1F7F8"/>
          </a:solidFill>
          <a:ln w="12700">
            <a:solidFill>
              <a:srgbClr val="D7E3E5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L" sz="2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85683" y="2817057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0E7C86"/>
                </a:solidFill>
                <a:latin typeface="Consolas" pitchFamily="34" charset="0"/>
              </a:rPr>
              <a:t>UL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C0492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b="1" dirty="0">
                <a:solidFill>
                  <a:srgbClr val="0E7C86"/>
                </a:solidFill>
                <a:latin typeface="Consolas" pitchFamily="34" charset="0"/>
              </a:rPr>
              <a:t>3 Gy/voxel</a:t>
            </a:r>
          </a:p>
        </p:txBody>
      </p:sp>
      <p:sp>
        <p:nvSpPr>
          <p:cNvPr id="20" name="Text 18"/>
          <p:cNvSpPr/>
          <p:nvPr/>
        </p:nvSpPr>
        <p:spPr>
          <a:xfrm>
            <a:off x="6285683" y="3319977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E6E7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forces spreading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242499" y="3228537"/>
            <a:ext cx="173736" cy="0"/>
          </a:xfrm>
          <a:prstGeom prst="line">
            <a:avLst/>
          </a:prstGeom>
          <a:noFill/>
          <a:ln w="31750">
            <a:solidFill>
              <a:srgbClr val="E8833A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452811" y="2542737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F1F7F8"/>
          </a:solidFill>
          <a:ln w="12700">
            <a:solidFill>
              <a:srgbClr val="D7E3E5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589971" y="2817057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cumulative += 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589971" y="3319977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E6E7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fraction_idx ++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498205" y="4280097"/>
            <a:ext cx="9012006" cy="1371600"/>
          </a:xfrm>
          <a:prstGeom prst="roundRect">
            <a:avLst>
              <a:gd name="adj" fmla="val 4103"/>
            </a:avLst>
          </a:prstGeom>
          <a:solidFill>
            <a:srgbClr val="0B3C49"/>
          </a:solidFill>
          <a:ln w="12700">
            <a:solidFill>
              <a:srgbClr val="D7E3E5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005376" y="4409551"/>
            <a:ext cx="8081941" cy="2870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Upper Limit makes it sequential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005376" y="4791391"/>
            <a:ext cx="8351341" cy="765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FE6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per-fraction dose cap (3 Gy/voxel) means the agent cannot solve the whole plan in one shot - it must allocate dose across all 35 fractions. This is what turns a one-shot optimisation into a genuine multi-step MDP.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55202" y="62865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5E6E7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dose = DIM @ action   →   a single sparse matrix-vector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6993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20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TRAINING VS. EVALUATION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Exploration vs. Exploitation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8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400" b="0" i="0" u="none" strike="noStrike" kern="1200" cap="none" spc="0" normalizeH="0" baseline="0" noProof="0" dirty="0">
                <a:ln>
                  <a:noFill/>
                </a:ln>
                <a:solidFill>
                  <a:srgbClr val="5E6E7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225296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same policy network is sampled two different ways 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22738" y="1965960"/>
            <a:ext cx="5766582" cy="4251960"/>
          </a:xfrm>
          <a:prstGeom prst="roundRect">
            <a:avLst>
              <a:gd name="adj" fmla="val 1720"/>
            </a:avLst>
          </a:prstGeom>
          <a:solidFill>
            <a:srgbClr val="F1F7F8"/>
          </a:solidFill>
          <a:ln w="12700">
            <a:solidFill>
              <a:srgbClr val="D7E3E5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L" sz="2400"/>
          </a:p>
        </p:txBody>
      </p:sp>
      <p:sp>
        <p:nvSpPr>
          <p:cNvPr id="7" name="Text 5"/>
          <p:cNvSpPr/>
          <p:nvPr/>
        </p:nvSpPr>
        <p:spPr>
          <a:xfrm>
            <a:off x="448554" y="2130552"/>
            <a:ext cx="53304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TRAINING - stochastic (explore)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8130" y="2560320"/>
            <a:ext cx="5798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US" sz="1600" b="1" dirty="0">
                <a:solidFill>
                  <a:srgbClr val="E8833A"/>
                </a:solidFill>
                <a:latin typeface="Consolas" pitchFamily="34" charset="0"/>
              </a:rPr>
              <a:t>stochastic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→ one random value from Normal(μ, σ) per beamlet.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8554" y="3127248"/>
            <a:ext cx="5330454" cy="777240"/>
          </a:xfrm>
          <a:prstGeom prst="roundRect">
            <a:avLst>
              <a:gd name="adj" fmla="val 7059"/>
            </a:avLst>
          </a:prstGeom>
          <a:solidFill>
            <a:srgbClr val="0E2A30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L" sz="2800"/>
          </a:p>
        </p:txBody>
      </p:sp>
      <p:sp>
        <p:nvSpPr>
          <p:cNvPr id="10" name="Text 8"/>
          <p:cNvSpPr/>
          <p:nvPr/>
        </p:nvSpPr>
        <p:spPr>
          <a:xfrm>
            <a:off x="593930" y="3305204"/>
            <a:ext cx="503970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raw = dist.sample()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FB9B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Random noise → the agent tries new plans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70165" y="4069080"/>
            <a:ext cx="528199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state-independent log_std injects noise, so the agent visits actions it would not pick greedily.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PPO depends on this variance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Without it the policy could never discover a plan better than its own current mean.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172199" y="1965960"/>
            <a:ext cx="5766581" cy="4251960"/>
          </a:xfrm>
          <a:prstGeom prst="roundRect">
            <a:avLst>
              <a:gd name="adj" fmla="val 1720"/>
            </a:avLst>
          </a:prstGeom>
          <a:solidFill>
            <a:srgbClr val="FDF1E7"/>
          </a:solidFill>
          <a:ln w="12700">
            <a:solidFill>
              <a:srgbClr val="D7E3E5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L" sz="2400"/>
          </a:p>
        </p:txBody>
      </p:sp>
      <p:sp>
        <p:nvSpPr>
          <p:cNvPr id="13" name="Text 11"/>
          <p:cNvSpPr/>
          <p:nvPr/>
        </p:nvSpPr>
        <p:spPr>
          <a:xfrm>
            <a:off x="6373368" y="2130552"/>
            <a:ext cx="54273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49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- deterministic (exploit)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373368" y="2560320"/>
            <a:ext cx="57471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→ take the distribution mean μ; no sampling.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373367" y="3127248"/>
            <a:ext cx="5330453" cy="777240"/>
          </a:xfrm>
          <a:prstGeom prst="roundRect">
            <a:avLst>
              <a:gd name="adj" fmla="val 7059"/>
            </a:avLst>
          </a:prstGeom>
          <a:solidFill>
            <a:srgbClr val="0E2A30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L" sz="2800"/>
          </a:p>
        </p:txBody>
      </p:sp>
      <p:sp>
        <p:nvSpPr>
          <p:cNvPr id="16" name="Text 14"/>
          <p:cNvSpPr/>
          <p:nvPr/>
        </p:nvSpPr>
        <p:spPr>
          <a:xfrm>
            <a:off x="6510527" y="3283868"/>
            <a:ext cx="5263707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raw = dist.mean   # just μ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FB9B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no noise → greedy, the &amp; exact same plan every run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92240" y="4069080"/>
            <a:ext cx="528199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Picks the policy's single best-estimate action </a:t>
            </a: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pure exploitation, zero exploration noise.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Same patient in → identical plan out: mandatory for clinical reproducibility.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7268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20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RL COMPONENTS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Reward - Encoding the Objective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400" b="0" i="0" u="none" strike="noStrike" kern="1200" cap="none" spc="0" normalizeH="0" baseline="0" noProof="0" dirty="0">
                <a:ln>
                  <a:noFill/>
                </a:ln>
                <a:solidFill>
                  <a:srgbClr val="5E6E7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 sequential mode the reward has two parts: a dense per-fraction signal plus a terminal grade paid only at the end.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1F7F8"/>
          </a:solidFill>
          <a:ln w="12700">
            <a:solidFill>
              <a:srgbClr val="D7E3E5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77240" y="2212848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71600" y="22402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Dense signal </a:t>
            </a:r>
            <a:r>
              <a:rPr kumimoji="0" lang="he-IL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-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 potential-based shaping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77240" y="2834640"/>
            <a:ext cx="5029200" cy="868680"/>
          </a:xfrm>
          <a:prstGeom prst="roundRect">
            <a:avLst>
              <a:gd name="adj" fmla="val 6316"/>
            </a:avLst>
          </a:prstGeom>
          <a:solidFill>
            <a:srgbClr val="0E2A30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14400" y="2944368"/>
            <a:ext cx="47548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r_shaping = γ·φ(s') − φ(s)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6F0F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φ = −λ_φ·(PTV gap) − λ_oar·(OAR overshoot)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68680" y="388620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φ (potential) rises toward 0 as the PTV gap closes and OARs stay under budget.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Policy-invariant (Ng et al. 1999): speeds learning without changing the optimal policy.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Computed on cumulative dose → summarises the whole history (Markov).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DF1E7"/>
          </a:solidFill>
          <a:ln w="12700">
            <a:solidFill>
              <a:srgbClr val="D7E3E5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46520" y="2212848"/>
            <a:ext cx="457200" cy="457200"/>
          </a:xfrm>
          <a:prstGeom prst="ellipse">
            <a:avLst/>
          </a:prstGeom>
          <a:solidFill>
            <a:srgbClr val="E8833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4652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040880" y="22402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C049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Terminal grade </a:t>
            </a:r>
            <a:r>
              <a:rPr kumimoji="0" lang="he-IL" b="1" i="0" u="none" strike="noStrike" kern="1200" cap="none" spc="0" normalizeH="0" baseline="0" noProof="0" dirty="0">
                <a:ln>
                  <a:noFill/>
                </a:ln>
                <a:solidFill>
                  <a:srgbClr val="C049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-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C049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 paid on fraction 35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46520" y="2834640"/>
            <a:ext cx="4937760" cy="868680"/>
          </a:xfrm>
          <a:prstGeom prst="roundRect">
            <a:avLst>
              <a:gd name="adj" fmla="val 6316"/>
            </a:avLst>
          </a:prstGeom>
          <a:solidFill>
            <a:srgbClr val="0E2A30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583680" y="2944368"/>
            <a:ext cx="46634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6F0F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=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λ_ptv·coverage − dvh_w·dvh_score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537960" y="388620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coverage = fraction of PTV voxels reaching prescription.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dvh_score = clinical DVH metric (lower is better).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Paid only at the end → the value function must carry it backward in time. This is where gamma earns its keep.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0348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20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RL COMPONENTS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Reward Details - Stable by Design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400" b="0" i="0" u="none" strike="noStrike" kern="1200" cap="none" spc="0" normalizeH="0" baseline="0" noProof="0" dirty="0">
                <a:ln>
                  <a:noFill/>
                </a:ln>
                <a:solidFill>
                  <a:srgbClr val="5E6E7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48640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7E3E5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49808" y="16642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OAR penalty — shaped for a neural critic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49808" y="2103120"/>
            <a:ext cx="5074920" cy="1417320"/>
          </a:xfrm>
          <a:prstGeom prst="roundRect">
            <a:avLst>
              <a:gd name="adj" fmla="val 3871"/>
            </a:avLst>
          </a:prstGeom>
          <a:solidFill>
            <a:srgbClr val="0E2A30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86968" y="2212848"/>
            <a:ext cx="48006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6F0F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excess = max(0, dose-tol) / tol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FB9B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piecewise(excess):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6F0F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= excess        if excess ≤ 0.1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= excess²       otherwise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6F0F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saturated at 5.0  → bounded reward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9808" y="363931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Three sub-terms blended per organ: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68680" y="397764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Per-voxel penalty — main signal (weight 1.0)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Mean-dose penalty — smooth stabiliser (0.2)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Dmax penalty — only for serial organs (cord, brainstem) where one hot voxel is catastrophic (1.0)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217920" y="1508760"/>
            <a:ext cx="5394960" cy="2606040"/>
          </a:xfrm>
          <a:prstGeom prst="roundRect">
            <a:avLst>
              <a:gd name="adj" fmla="val 2807"/>
            </a:avLst>
          </a:prstGeom>
          <a:solidFill>
            <a:srgbClr val="FDF1E7"/>
          </a:solidFill>
          <a:ln w="12700">
            <a:solidFill>
              <a:srgbClr val="D7E3E5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19088" y="1664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C049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PTV reward — adaptive targeting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19088" y="2103120"/>
            <a:ext cx="4983480" cy="1051560"/>
          </a:xfrm>
          <a:prstGeom prst="roundRect">
            <a:avLst>
              <a:gd name="adj" fmla="val 5217"/>
            </a:avLst>
          </a:prstGeom>
          <a:solidFill>
            <a:srgbClr val="0E2A30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56248" y="2212848"/>
            <a:ext cx="47091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target = max(Rx − cum, 0) / fx_left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6F0F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reward = 1 − mean(|frac_dose − target|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6F0F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/ target)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19088" y="329184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Adaptive targets mean an agent that under-dosed early fractions can compensate later, without a permanent penalty.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17920" y="425196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0B3C49"/>
          </a:solidFill>
          <a:ln w="12700">
            <a:solidFill>
              <a:srgbClr val="D7E3E5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19088" y="44074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3A3A3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Why so much clamping?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19088" y="480060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FE6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During early random rollouts a single wildly over-dosed voxel can blow the reward to ~1e4 through the squared branch — values the critic cannot fit, surfacing as NaNs in the actor head. Saturating at 5× keeps the value target numerically tractable.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1815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20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Warm-Start — Breaking Policy Symmetry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400" b="0" i="0" u="none" strike="noStrike" kern="1200" cap="none" spc="0" normalizeH="0" baseline="0" noProof="0" dirty="0">
                <a:ln>
                  <a:noFill/>
                </a:ln>
                <a:solidFill>
                  <a:srgbClr val="5E6E7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DF1E7"/>
          </a:solidFill>
          <a:ln w="12700">
            <a:solidFill>
              <a:srgbClr val="D7E3E5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49808" y="1664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C049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749808" y="205740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uniform-init policy emits ~0.31 on every beamlet — a flat, symmetric plan PPO cannot escape in any reasonable number of episodes.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9808" y="292608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5E6E7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Project memory: poor coverage was traced to a zero-collapsing warm-start — not to PPO itself.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5440680" cy="2514600"/>
          </a:xfrm>
          <a:prstGeom prst="roundRect">
            <a:avLst>
              <a:gd name="adj" fmla="val 2909"/>
            </a:avLst>
          </a:prstGeom>
          <a:solidFill>
            <a:srgbClr val="F1F7F8"/>
          </a:solidFill>
          <a:ln w="12700">
            <a:solidFill>
              <a:srgbClr val="D7E3E5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9808" y="38587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fix — supervised actor pretraining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49808" y="4297680"/>
            <a:ext cx="5074920" cy="960120"/>
          </a:xfrm>
          <a:prstGeom prst="roundRect">
            <a:avLst>
              <a:gd name="adj" fmla="val 5714"/>
            </a:avLst>
          </a:prstGeom>
          <a:solidFill>
            <a:srgbClr val="0E2A30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86968" y="4407408"/>
            <a:ext cx="48006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FB9B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offline FISTA non-neg least squares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a* = argmin ‖√W·(DIM@a − dose_gt/35)‖²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FB9B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then regress the actor head onto it: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6F0F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min MSE(actor_μ(s), inv_softplus(a*))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49808" y="5349240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 upweights PTV (~50×) &amp; OARs (~5×) so the fit isn't drowned by ~95% near-zero body voxels. PPO then refines a real per-beamlet plan.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72200" y="1508760"/>
            <a:ext cx="5440680" cy="4709160"/>
          </a:xfrm>
          <a:prstGeom prst="roundRect">
            <a:avLst>
              <a:gd name="adj" fmla="val 1553"/>
            </a:avLst>
          </a:prstGeom>
          <a:solidFill>
            <a:srgbClr val="0B3C49"/>
          </a:solidFill>
          <a:ln w="12700">
            <a:solidFill>
              <a:srgbClr val="D7E3E5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82512" y="1691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3A3A3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Paired with an OAR-weight curriculum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382512" y="21945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FE6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Early on, the marginal OAR penalty can exceed the marginal PTV reward → the agent learns to 'do nothing'. So λ_oar is ramped up gradually.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17" name="Chart 0"/>
          <p:cNvGraphicFramePr/>
          <p:nvPr>
            <p:extLst>
              <p:ext uri="{D42A27DB-BD31-4B8C-83A1-F6EECF244321}">
                <p14:modId xmlns:p14="http://schemas.microsoft.com/office/powerpoint/2010/main" val="3264075627"/>
              </p:ext>
            </p:extLst>
          </p:nvPr>
        </p:nvGraphicFramePr>
        <p:xfrm>
          <a:off x="6355080" y="3154680"/>
          <a:ext cx="507492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/>
          <p:nvPr/>
        </p:nvSpPr>
        <p:spPr>
          <a:xfrm>
            <a:off x="6382512" y="512064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CFE6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λ_oar ramps 25% → 100% over the first 200 patients — learn to deliver dose first, then learn to spare.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6421443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20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LEARNING ALGORITHM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PPO with Generalized Advantage Estimation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400" b="0" i="0" u="none" strike="noStrike" kern="1200" cap="none" spc="0" normalizeH="0" baseline="0" noProof="0" dirty="0">
                <a:ln>
                  <a:noFill/>
                </a:ln>
                <a:solidFill>
                  <a:srgbClr val="5E6E7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852160" cy="1417320"/>
          </a:xfrm>
          <a:prstGeom prst="roundRect">
            <a:avLst>
              <a:gd name="adj" fmla="val 5161"/>
            </a:avLst>
          </a:prstGeom>
          <a:solidFill>
            <a:srgbClr val="F1F7F8"/>
          </a:solidFill>
          <a:ln w="12700">
            <a:solidFill>
              <a:srgbClr val="D7E3E5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49808" y="201168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49808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417320" y="17190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 · Collect rollouts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417320" y="2084832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Play batch_n_patients (=8) full 35-fraction courses; store state, action, log-prob, reward, value per fraction.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5852160" cy="1417320"/>
          </a:xfrm>
          <a:prstGeom prst="roundRect">
            <a:avLst>
              <a:gd name="adj" fmla="val 5161"/>
            </a:avLst>
          </a:prstGeom>
          <a:solidFill>
            <a:srgbClr val="F1F7F8"/>
          </a:solidFill>
          <a:ln w="12700">
            <a:solidFill>
              <a:srgbClr val="D7E3E5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49808" y="356616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49808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417320" y="32735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 · GAE advantages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417320" y="3639312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δₜ = rₜ + γ·V(sₜ₊₁)·(1−doneₜ) − V(sₜ);   Aₜ = δₜ + γλ·(1−doneₜ)·Aₜ₊₁  (computed backwards).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4663440"/>
            <a:ext cx="5852160" cy="1417320"/>
          </a:xfrm>
          <a:prstGeom prst="roundRect">
            <a:avLst>
              <a:gd name="adj" fmla="val 5161"/>
            </a:avLst>
          </a:prstGeom>
          <a:solidFill>
            <a:srgbClr val="F1F7F8"/>
          </a:solidFill>
          <a:ln w="12700">
            <a:solidFill>
              <a:srgbClr val="D7E3E5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9808" y="512064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49808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417320" y="48280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C049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3 · Clipped surrogate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417320" y="5193792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Update π &amp; V with a clipped ratio so each step stays small &amp; stable; entropy bonus sustains exploration.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583680" y="1554480"/>
            <a:ext cx="5029200" cy="2514600"/>
          </a:xfrm>
          <a:prstGeom prst="roundRect">
            <a:avLst>
              <a:gd name="adj" fmla="val 2182"/>
            </a:avLst>
          </a:prstGeom>
          <a:solidFill>
            <a:srgbClr val="0E2A30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720840" y="1664208"/>
            <a:ext cx="4754880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FB9B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clipped surrogate (ε = 0.2)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6F0F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ratio = exp(new_logp − old_logp)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6F0F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policy_loss = −min(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6F0F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ratio*A,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clip(ratio,1-ε,1+ε)*A ).mean()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6F0F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value_loss = clipped MSE(V, returns)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6F0F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loss = policy_loss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6F0F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+ 0.5*value_loss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6F0F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− 0.01*entropy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583680" y="4251960"/>
            <a:ext cx="5029200" cy="1965960"/>
          </a:xfrm>
          <a:prstGeom prst="roundRect">
            <a:avLst>
              <a:gd name="adj" fmla="val 3721"/>
            </a:avLst>
          </a:prstGeom>
          <a:solidFill>
            <a:srgbClr val="0B3C49"/>
          </a:solidFill>
          <a:ln w="12700">
            <a:solidFill>
              <a:srgbClr val="D7E3E5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784848" y="44074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3A3A3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γ is live in sequential mode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784848" y="480060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FE6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done is True only on fraction 35 → γ=0.99, λ=0.95 propagate credit across the course.  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9FC4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 bandit mode every done=True → GAE collapses to A = reward − value (γ inert).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90128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20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Stability Engineering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400" b="0" i="0" u="none" strike="noStrike" kern="1200" cap="none" spc="0" normalizeH="0" baseline="0" noProof="0" dirty="0">
                <a:ln>
                  <a:noFill/>
                </a:ln>
                <a:solidFill>
                  <a:srgbClr val="5E6E7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Deep RL breaks silently. This codebase is hardened against the classic failure modes.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00" normalizeH="0" baseline="0" noProof="0" dirty="0">
                <a:ln>
                  <a:noFill/>
                </a:ln>
                <a:solidFill>
                  <a:srgbClr val="C04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126480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0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SAFEGUARD (in code)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359152"/>
            <a:ext cx="5349240" cy="548640"/>
          </a:xfrm>
          <a:prstGeom prst="roundRect">
            <a:avLst>
              <a:gd name="adj" fmla="val 8333"/>
            </a:avLst>
          </a:prstGeom>
          <a:solidFill>
            <a:srgbClr val="FDF1E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235915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Exploding rewards → critic can't fit → NaNs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961888" y="2551176"/>
            <a:ext cx="164592" cy="1645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263640" y="2359152"/>
            <a:ext cx="5349240" cy="548640"/>
          </a:xfrm>
          <a:prstGeom prst="roundRect">
            <a:avLst>
              <a:gd name="adj" fmla="val 8333"/>
            </a:avLst>
          </a:prstGeom>
          <a:solidFill>
            <a:srgbClr val="F1F7F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92240" y="235915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Rewards/values clamped to [−50,50]; OAR excess saturated at 5×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5349240" cy="548640"/>
          </a:xfrm>
          <a:prstGeom prst="roundRect">
            <a:avLst>
              <a:gd name="adj" fmla="val 8333"/>
            </a:avLst>
          </a:prstGeom>
          <a:solidFill>
            <a:srgbClr val="FDF1E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7240" y="3017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NaN gradients poisoning Adam forever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961888" y="3209544"/>
            <a:ext cx="164592" cy="1645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63640" y="3017520"/>
            <a:ext cx="5349240" cy="548640"/>
          </a:xfrm>
          <a:prstGeom prst="roundRect">
            <a:avLst>
              <a:gd name="adj" fmla="val 8333"/>
            </a:avLst>
          </a:prstGeom>
          <a:solidFill>
            <a:srgbClr val="F1F7F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92240" y="301752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Skip the optimizer step if any grad is non-finite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48640" y="3675888"/>
            <a:ext cx="5349240" cy="548640"/>
          </a:xfrm>
          <a:prstGeom prst="roundRect">
            <a:avLst>
              <a:gd name="adj" fmla="val 8333"/>
            </a:avLst>
          </a:prstGeom>
          <a:solidFill>
            <a:srgbClr val="FDF1E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77240" y="367588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Large destabilising updates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961888" y="3867912"/>
            <a:ext cx="164592" cy="1645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263640" y="3675888"/>
            <a:ext cx="5349240" cy="548640"/>
          </a:xfrm>
          <a:prstGeom prst="roundRect">
            <a:avLst>
              <a:gd name="adj" fmla="val 8333"/>
            </a:avLst>
          </a:prstGeom>
          <a:solidFill>
            <a:srgbClr val="F1F7F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92240" y="367588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Grad-norm clip 0.5 + PPO ratio clip + clipped value loss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48640" y="4334256"/>
            <a:ext cx="5349240" cy="548640"/>
          </a:xfrm>
          <a:prstGeom prst="roundRect">
            <a:avLst>
              <a:gd name="adj" fmla="val 8333"/>
            </a:avLst>
          </a:prstGeom>
          <a:solidFill>
            <a:srgbClr val="FDF1E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77240" y="433425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Agent collapses to 'deliver nothing'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961888" y="4526280"/>
            <a:ext cx="164592" cy="1645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263640" y="4334256"/>
            <a:ext cx="5349240" cy="548640"/>
          </a:xfrm>
          <a:prstGeom prst="roundRect">
            <a:avLst>
              <a:gd name="adj" fmla="val 8333"/>
            </a:avLst>
          </a:prstGeom>
          <a:solidFill>
            <a:srgbClr val="F1F7F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92240" y="433425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OAR-weight curriculum: ramp λ_oar 25% → 100%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48640" y="4992624"/>
            <a:ext cx="5349240" cy="548640"/>
          </a:xfrm>
          <a:prstGeom prst="roundRect">
            <a:avLst>
              <a:gd name="adj" fmla="val 8333"/>
            </a:avLst>
          </a:prstGeom>
          <a:solidFill>
            <a:srgbClr val="FDF1E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77240" y="499262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best.pt picking a lazy low-dose policy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961888" y="5184648"/>
            <a:ext cx="164592" cy="1645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263640" y="4992624"/>
            <a:ext cx="5349240" cy="548640"/>
          </a:xfrm>
          <a:prstGeom prst="roundRect">
            <a:avLst>
              <a:gd name="adj" fmla="val 8333"/>
            </a:avLst>
          </a:prstGeom>
          <a:solidFill>
            <a:srgbClr val="F1F7F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92240" y="4992624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Select by validation DVH score, not training reward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48640" y="5650992"/>
            <a:ext cx="5349240" cy="548640"/>
          </a:xfrm>
          <a:prstGeom prst="roundRect">
            <a:avLst>
              <a:gd name="adj" fmla="val 8333"/>
            </a:avLst>
          </a:prstGeom>
          <a:solidFill>
            <a:srgbClr val="FDF1E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77240" y="565099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Resume silently re-ramps the curriculum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961888" y="5843016"/>
            <a:ext cx="164592" cy="1645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263640" y="5650992"/>
            <a:ext cx="5349240" cy="548640"/>
          </a:xfrm>
          <a:prstGeom prst="roundRect">
            <a:avLst>
              <a:gd name="adj" fmla="val 8333"/>
            </a:avLst>
          </a:prstGeom>
          <a:solidFill>
            <a:srgbClr val="F1F7F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492240" y="565099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 store episode_index &amp; best_val_dvh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29831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20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Training Loop &amp; One Fraction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400" b="0" i="0" u="none" strike="noStrike" kern="1200" cap="none" spc="0" normalizeH="0" baseline="0" noProof="0" dirty="0">
                <a:ln>
                  <a:noFill/>
                </a:ln>
                <a:solidFill>
                  <a:srgbClr val="5E6E7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48640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7E3E5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49808" y="16642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train.py orchestration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502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+mj-lt"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WARM-START actor on cached NNLS plans → warmstart.pt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+mj-lt"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For each patient-episode: ramp λ_oar (curriculum)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+mj-lt"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collect_patient(): play 35 fractions → Rollout buffer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+mj-lt"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Every 8 patients → agent.update_batch()  (PPO update)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+mj-lt"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Every 25 eps: deterministic val rollout → DVH score; if improved → save best.pt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+mj-lt"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Log curve to train_log.csv (resume-safe, append)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68680" y="4892040"/>
            <a:ext cx="4846320" cy="0"/>
          </a:xfrm>
          <a:prstGeom prst="line">
            <a:avLst/>
          </a:prstGeom>
          <a:noFill/>
          <a:ln w="12700">
            <a:solidFill>
              <a:srgbClr val="D7E3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8680" y="502920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Key counters: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2000 patient-courses · 8 patients/update · 4 PPO epochs · minibatch 64 · lr 3e-4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172200" y="1508760"/>
            <a:ext cx="5440680" cy="4709160"/>
          </a:xfrm>
          <a:prstGeom prst="roundRect">
            <a:avLst>
              <a:gd name="adj" fmla="val 1553"/>
            </a:avLst>
          </a:prstGeom>
          <a:solidFill>
            <a:srgbClr val="0B3C49"/>
          </a:solidFill>
          <a:ln w="12700">
            <a:solidFill>
              <a:srgbClr val="D7E3E5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382512" y="1664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3A3A3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Tracing one fraction end-to-end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0" y="21488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80960" y="214884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FE6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act() → CNN encodes anatomy + dose → μ, σ, V(s)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858000" y="2606040"/>
            <a:ext cx="0" cy="164592"/>
          </a:xfrm>
          <a:prstGeom prst="line">
            <a:avLst/>
          </a:prstGeom>
          <a:noFill/>
          <a:ln w="19050">
            <a:solidFill>
              <a:srgbClr val="2A5A6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0" y="277063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SAMPLE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680960" y="277063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FE6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action = softplus(Normal(μ,σ))  (2304 ≥0)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58000" y="3227832"/>
            <a:ext cx="0" cy="164592"/>
          </a:xfrm>
          <a:prstGeom prst="line">
            <a:avLst/>
          </a:prstGeom>
          <a:noFill/>
          <a:ln w="19050">
            <a:solidFill>
              <a:srgbClr val="2A5A6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00800" y="339242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PHYSICS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680960" y="3392424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FE6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fraction_dose = DIM @ action, capped 3 Gy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858000" y="3849624"/>
            <a:ext cx="0" cy="164592"/>
          </a:xfrm>
          <a:prstGeom prst="line">
            <a:avLst/>
          </a:prstGeom>
          <a:noFill/>
          <a:ln w="19050">
            <a:solidFill>
              <a:srgbClr val="2A5A6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0800" y="401421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ACCUM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680960" y="401421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FE6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cumulative_dose += dose; fx 12 → 13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858000" y="4471416"/>
            <a:ext cx="0" cy="164592"/>
          </a:xfrm>
          <a:prstGeom prst="line">
            <a:avLst/>
          </a:prstGeom>
          <a:noFill/>
          <a:ln w="19050">
            <a:solidFill>
              <a:srgbClr val="2A5A6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0" y="46360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REWARD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680960" y="463600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FE6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γ·φ(s')−φ(s)  (+ terminal IF fx==35)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858000" y="5093208"/>
            <a:ext cx="0" cy="164592"/>
          </a:xfrm>
          <a:prstGeom prst="line">
            <a:avLst/>
          </a:prstGeom>
          <a:noFill/>
          <a:ln w="19050">
            <a:solidFill>
              <a:srgbClr val="2A5A6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00800" y="52578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STORE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680960" y="52578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FE6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(state, raw, log_prob, r, V) → Rollout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382512" y="5897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9FC4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After 35 fractions → one trajectory → buffered (×8) → PPO update favors above-expectation actions.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010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20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From Patient Anatomy to a Learned Plan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46304" cy="146304"/>
          </a:xfrm>
          <a:prstGeom prst="ellipse">
            <a:avLst/>
          </a:prstGeom>
          <a:solidFill>
            <a:srgbClr val="13A3A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1865376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3A3A3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2176272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FE6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Plan a 35-fraction course — cover tumors, spare organs.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355080" y="1965960"/>
            <a:ext cx="146304" cy="146304"/>
          </a:xfrm>
          <a:prstGeom prst="ellipse">
            <a:avLst/>
          </a:prstGeom>
          <a:solidFill>
            <a:srgbClr val="13A3A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629400" y="1865376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3A3A3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Why RL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629400" y="2176272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FE6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Sequential, delayed-reward, multi-objective, no per-step labels.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146304" cy="146304"/>
          </a:xfrm>
          <a:prstGeom prst="ellipse">
            <a:avLst/>
          </a:prstGeom>
          <a:solidFill>
            <a:srgbClr val="13A3A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14400" y="2825496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3A3A3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14400" y="3136392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FE6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OpenKBP CSV → 64³ tensors → Dose Influence Matrix → DoseEnv → PPO.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355080" y="2926080"/>
            <a:ext cx="146304" cy="146304"/>
          </a:xfrm>
          <a:prstGeom prst="ellipse">
            <a:avLst/>
          </a:prstGeom>
          <a:solidFill>
            <a:srgbClr val="13A3A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629400" y="2825496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3A3A3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State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629400" y="3136392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FE6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11-channel anatomy + dose history + fraction progress (Markov).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146304" cy="146304"/>
          </a:xfrm>
          <a:prstGeom prst="ellipse">
            <a:avLst/>
          </a:prstGeom>
          <a:solidFill>
            <a:srgbClr val="13A3A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14400" y="3785616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3A3A3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Action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14400" y="4096512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FE6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2304 non-negative beamlet intensities = softplus(Normal sample).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355080" y="3886200"/>
            <a:ext cx="146304" cy="146304"/>
          </a:xfrm>
          <a:prstGeom prst="ellipse">
            <a:avLst/>
          </a:prstGeom>
          <a:solidFill>
            <a:srgbClr val="13A3A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629400" y="3785616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3A3A3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Reward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629400" y="4096512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FE6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Dense potential-based shaping + terminal coverage / DVH grade.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0080" y="4846320"/>
            <a:ext cx="146304" cy="146304"/>
          </a:xfrm>
          <a:prstGeom prst="ellipse">
            <a:avLst/>
          </a:prstGeom>
          <a:solidFill>
            <a:srgbClr val="13A3A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14400" y="4745736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3A3A3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14400" y="5056632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FE6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3-D CNN → Actor (policy) + Critic (value); warm-started, refined by PPO+GAE.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355080" y="4846320"/>
            <a:ext cx="146304" cy="146304"/>
          </a:xfrm>
          <a:prstGeom prst="ellipse">
            <a:avLst/>
          </a:prstGeom>
          <a:solidFill>
            <a:srgbClr val="13A3A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629400" y="4745736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3A3A3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629400" y="5056632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FE6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Curriculum, warm-start, clamping, grad-skipping; selected by validation DVH.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0080" y="6172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·  Questions?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9748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1874520"/>
            <a:ext cx="3108960" cy="3108960"/>
          </a:xfrm>
          <a:prstGeom prst="ellipse">
            <a:avLst/>
          </a:prstGeom>
          <a:ln w="25400">
            <a:solidFill>
              <a:srgbClr val="12414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1325880" y="2240280"/>
            <a:ext cx="2377440" cy="2377440"/>
          </a:xfrm>
          <a:prstGeom prst="ellipse">
            <a:avLst/>
          </a:prstGeom>
          <a:ln w="25400">
            <a:solidFill>
              <a:srgbClr val="1650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1668780" y="2583180"/>
            <a:ext cx="1691640" cy="1691640"/>
          </a:xfrm>
          <a:prstGeom prst="ellipse">
            <a:avLst/>
          </a:prstGeom>
          <a:ln w="38100">
            <a:solidFill>
              <a:srgbClr val="C0492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Shape 3"/>
          <p:cNvSpPr/>
          <p:nvPr/>
        </p:nvSpPr>
        <p:spPr>
          <a:xfrm>
            <a:off x="1988820" y="2903220"/>
            <a:ext cx="1051560" cy="1051560"/>
          </a:xfrm>
          <a:prstGeom prst="ellipse">
            <a:avLst/>
          </a:prstGeom>
          <a:ln w="38100">
            <a:solidFill>
              <a:srgbClr val="E8833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2350008" y="3264408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4663440" y="21488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13A3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· MEDICAL PHYSICS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617720" y="2560320"/>
            <a:ext cx="7040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663440" y="37490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FE6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5574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Does Training Help? — The Learning Curve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E6E7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0749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7E3E5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6" name="Image 0" descr="C:\Users\ofirbend\OneDrive - Intel Corporation\Desktop\RL_Agent_Episode_per_patient\_deck_build\train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81328"/>
            <a:ext cx="4855464" cy="4718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15000" y="1463040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three panels (final run, ~1000 episodes)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715000" y="1965960"/>
            <a:ext cx="5989320" cy="1298448"/>
          </a:xfrm>
          <a:prstGeom prst="roundRect">
            <a:avLst>
              <a:gd name="adj" fmla="val 5634"/>
            </a:avLst>
          </a:prstGeom>
          <a:solidFill>
            <a:srgbClr val="F1F7F8"/>
          </a:solidFill>
          <a:ln w="12700">
            <a:solidFill>
              <a:srgbClr val="D7E3E5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Text 6"/>
          <p:cNvSpPr/>
          <p:nvPr/>
        </p:nvSpPr>
        <p:spPr>
          <a:xfrm>
            <a:off x="5916168" y="207568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Training reward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916168" y="2386584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Climbs out of the initial −3 dip and settles around −1.5; noisy per-episode (light) with a stable rolling mean (orange) — the shaped reward is bounded and never blows up.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715000" y="3355848"/>
            <a:ext cx="5989320" cy="1298448"/>
          </a:xfrm>
          <a:prstGeom prst="roundRect">
            <a:avLst>
              <a:gd name="adj" fmla="val 5634"/>
            </a:avLst>
          </a:prstGeom>
          <a:solidFill>
            <a:srgbClr val="F1F7F8"/>
          </a:solidFill>
          <a:ln w="12700">
            <a:solidFill>
              <a:srgbClr val="D7E3E5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2" name="Text 9"/>
          <p:cNvSpPr/>
          <p:nvPr/>
        </p:nvSpPr>
        <p:spPr>
          <a:xfrm>
            <a:off x="5916168" y="346557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PPO losses / entropy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916168" y="3776472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value losses sit near zero on this scale (clamped, well-behaved); entropy drifts up as the σ head relaxes — exploration is sustained, not collapsing.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715000" y="4745736"/>
            <a:ext cx="5989320" cy="1298448"/>
          </a:xfrm>
          <a:prstGeom prst="roundRect">
            <a:avLst>
              <a:gd name="adj" fmla="val 5634"/>
            </a:avLst>
          </a:prstGeom>
          <a:solidFill>
            <a:srgbClr val="FDF1E7"/>
          </a:solidFill>
          <a:ln w="12700">
            <a:solidFill>
              <a:srgbClr val="D7E3E5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5" name="Text 12"/>
          <p:cNvSpPr/>
          <p:nvPr/>
        </p:nvSpPr>
        <p:spPr>
          <a:xfrm>
            <a:off x="5916168" y="4855464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C049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DVH (lower = better)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916168" y="5166360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E2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metric that matters: drops 47 → ~26 within ~150 episodes, then plateaus. Best checkpoint (red) ≈ episode 770; selection is by this curve, not training reward.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715000" y="6153912"/>
            <a:ext cx="5989320" cy="877824"/>
          </a:xfrm>
          <a:prstGeom prst="roundRect">
            <a:avLst>
              <a:gd name="adj" fmla="val 8333"/>
            </a:avLst>
          </a:prstGeom>
          <a:solidFill>
            <a:srgbClr val="0B3C49"/>
          </a:solidFill>
          <a:ln w="12700">
            <a:solidFill>
              <a:srgbClr val="D7E3E5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8" name="Text 15"/>
          <p:cNvSpPr/>
          <p:nvPr/>
        </p:nvSpPr>
        <p:spPr>
          <a:xfrm>
            <a:off x="5916168" y="6245352"/>
            <a:ext cx="5577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3A3A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FE6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DVH flattens well before the run ends — training converges early, so episodes could be cut for faster iteration rather than added.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452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</TotalTime>
  <Words>4786</Words>
  <Application>Microsoft Office PowerPoint</Application>
  <PresentationFormat>Widescreen</PresentationFormat>
  <Paragraphs>418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Cambria</vt:lpstr>
      <vt:lpstr>Consolas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David, Ofir</dc:creator>
  <cp:lastModifiedBy>Ben David, Ofir</cp:lastModifiedBy>
  <cp:revision>1</cp:revision>
  <dcterms:created xsi:type="dcterms:W3CDTF">2026-06-25T08:11:42Z</dcterms:created>
  <dcterms:modified xsi:type="dcterms:W3CDTF">2026-06-25T17:27:02Z</dcterms:modified>
</cp:coreProperties>
</file>